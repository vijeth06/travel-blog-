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72" r:id="rId14"/>
    <p:sldId id="267" r:id="rId15"/>
    <p:sldId id="268" r:id="rId16"/>
    <p:sldId id="269" r:id="rId17"/>
    <p:sldId id="271" r:id="rId18"/>
    <p:sldId id="273" r:id="rId19"/>
    <p:sldId id="274" r:id="rId20"/>
    <p:sldId id="275" r:id="rId21"/>
    <p:sldId id="276" r:id="rId22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 varScale="1">
        <p:scale>
          <a:sx n="39" d="100"/>
          <a:sy n="39" d="100"/>
        </p:scale>
        <p:origin x="964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351239" y="271240"/>
            <a:ext cx="3126104" cy="930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rgbClr val="B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rgbClr val="B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rgbClr val="B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rgbClr val="B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93405" y="233026"/>
            <a:ext cx="12053569" cy="13501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rgbClr val="B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31071" y="1920813"/>
            <a:ext cx="17025857" cy="75857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5" Type="http://schemas.openxmlformats.org/officeDocument/2006/relationships/image" Target="../media/image6.jpg"/><Relationship Id="rId4" Type="http://schemas.openxmlformats.org/officeDocument/2006/relationships/image" Target="../media/image1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19801" y="3438368"/>
            <a:ext cx="12268200" cy="859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33575" algn="l"/>
                <a:tab pos="5715635" algn="l"/>
              </a:tabLst>
            </a:pPr>
            <a:r>
              <a:rPr lang="en-US" sz="5500" spc="170" dirty="0"/>
              <a:t>TRAVEL BLOGGING PLATFORM</a:t>
            </a:r>
            <a:endParaRPr sz="5500" dirty="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0276" y="2384268"/>
            <a:ext cx="2062162" cy="16001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31788" y="6620561"/>
            <a:ext cx="2219324" cy="27622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340712" y="6558331"/>
            <a:ext cx="8547735" cy="2111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65" dirty="0">
                <a:solidFill>
                  <a:srgbClr val="0A5394"/>
                </a:solidFill>
                <a:latin typeface="Times New Roman"/>
                <a:cs typeface="Times New Roman"/>
              </a:rPr>
              <a:t>PROJECT</a:t>
            </a:r>
            <a:r>
              <a:rPr sz="3600" b="1" dirty="0">
                <a:solidFill>
                  <a:srgbClr val="0A5394"/>
                </a:solidFill>
                <a:latin typeface="Times New Roman"/>
                <a:cs typeface="Times New Roman"/>
              </a:rPr>
              <a:t> </a:t>
            </a:r>
            <a:r>
              <a:rPr sz="3600" b="1" spc="65" dirty="0">
                <a:solidFill>
                  <a:srgbClr val="0A5394"/>
                </a:solidFill>
                <a:latin typeface="Times New Roman"/>
                <a:cs typeface="Times New Roman"/>
              </a:rPr>
              <a:t>MENTOR</a:t>
            </a:r>
            <a:r>
              <a:rPr sz="3600" b="1" spc="5" dirty="0">
                <a:solidFill>
                  <a:srgbClr val="0A5394"/>
                </a:solidFill>
                <a:latin typeface="Times New Roman"/>
                <a:cs typeface="Times New Roman"/>
              </a:rPr>
              <a:t> </a:t>
            </a:r>
            <a:r>
              <a:rPr sz="3600" b="1" spc="-229" dirty="0">
                <a:solidFill>
                  <a:srgbClr val="0A5394"/>
                </a:solidFill>
                <a:latin typeface="Times New Roman"/>
                <a:cs typeface="Times New Roman"/>
              </a:rPr>
              <a:t>:</a:t>
            </a:r>
            <a:r>
              <a:rPr sz="3600" b="1" spc="5" dirty="0">
                <a:solidFill>
                  <a:srgbClr val="0A5394"/>
                </a:solidFill>
                <a:latin typeface="Times New Roman"/>
                <a:cs typeface="Times New Roman"/>
              </a:rPr>
              <a:t> </a:t>
            </a:r>
            <a:r>
              <a:rPr lang="en-US" sz="3600" b="1" dirty="0">
                <a:solidFill>
                  <a:srgbClr val="0A5394"/>
                </a:solidFill>
                <a:latin typeface="Times New Roman"/>
                <a:cs typeface="Times New Roman"/>
              </a:rPr>
              <a:t>Ms. R. AARTHI</a:t>
            </a:r>
            <a:endParaRPr sz="3600" dirty="0">
              <a:latin typeface="Times New Roman"/>
              <a:cs typeface="Times New Roman"/>
            </a:endParaRPr>
          </a:p>
          <a:p>
            <a:pPr marL="12700">
              <a:lnSpc>
                <a:spcPts val="4295"/>
              </a:lnSpc>
              <a:spcBef>
                <a:spcPts val="3509"/>
              </a:spcBef>
            </a:pPr>
            <a:r>
              <a:rPr sz="3600" b="1" spc="65" dirty="0">
                <a:solidFill>
                  <a:srgbClr val="0A5394"/>
                </a:solidFill>
                <a:latin typeface="Times New Roman"/>
                <a:cs typeface="Times New Roman"/>
              </a:rPr>
              <a:t>PROJECT</a:t>
            </a:r>
            <a:r>
              <a:rPr sz="3600" b="1" spc="110" dirty="0">
                <a:solidFill>
                  <a:srgbClr val="0A5394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0A5394"/>
                </a:solidFill>
                <a:latin typeface="Times New Roman"/>
                <a:cs typeface="Times New Roman"/>
              </a:rPr>
              <a:t>MEMBER</a:t>
            </a:r>
            <a:r>
              <a:rPr sz="3600" b="1" spc="114" dirty="0">
                <a:solidFill>
                  <a:srgbClr val="0A5394"/>
                </a:solidFill>
                <a:latin typeface="Times New Roman"/>
                <a:cs typeface="Times New Roman"/>
              </a:rPr>
              <a:t> </a:t>
            </a:r>
            <a:r>
              <a:rPr sz="3600" b="1" spc="-229" dirty="0">
                <a:solidFill>
                  <a:srgbClr val="0A5394"/>
                </a:solidFill>
                <a:latin typeface="Times New Roman"/>
                <a:cs typeface="Times New Roman"/>
              </a:rPr>
              <a:t>:</a:t>
            </a:r>
            <a:r>
              <a:rPr sz="3600" b="1" spc="114" dirty="0">
                <a:solidFill>
                  <a:srgbClr val="0A5394"/>
                </a:solidFill>
                <a:latin typeface="Times New Roman"/>
                <a:cs typeface="Times New Roman"/>
              </a:rPr>
              <a:t> </a:t>
            </a:r>
            <a:r>
              <a:rPr lang="en-US" sz="3600" b="1" dirty="0">
                <a:solidFill>
                  <a:srgbClr val="0A5394"/>
                </a:solidFill>
                <a:latin typeface="Times New Roman"/>
                <a:cs typeface="Times New Roman"/>
              </a:rPr>
              <a:t>VIJETH B</a:t>
            </a:r>
            <a:endParaRPr sz="3600" dirty="0">
              <a:latin typeface="Times New Roman"/>
              <a:cs typeface="Times New Roman"/>
            </a:endParaRPr>
          </a:p>
          <a:p>
            <a:pPr marL="4813300">
              <a:lnSpc>
                <a:spcPts val="4295"/>
              </a:lnSpc>
            </a:pPr>
            <a:r>
              <a:rPr sz="3600" b="1" spc="-10" dirty="0">
                <a:solidFill>
                  <a:srgbClr val="0A5394"/>
                </a:solidFill>
                <a:latin typeface="Times New Roman"/>
                <a:cs typeface="Times New Roman"/>
              </a:rPr>
              <a:t>23ITR1</a:t>
            </a:r>
            <a:r>
              <a:rPr lang="en-US" sz="3600" b="1" spc="-10" dirty="0">
                <a:solidFill>
                  <a:srgbClr val="0A5394"/>
                </a:solidFill>
                <a:latin typeface="Times New Roman"/>
                <a:cs typeface="Times New Roman"/>
              </a:rPr>
              <a:t>70</a:t>
            </a:r>
            <a:endParaRPr sz="3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86200" y="724191"/>
            <a:ext cx="12053569" cy="1350164"/>
          </a:xfrm>
          <a:prstGeom prst="rect">
            <a:avLst/>
          </a:prstGeom>
        </p:spPr>
        <p:txBody>
          <a:bodyPr vert="horz" wrap="square" lIns="0" tIns="195598" rIns="0" bIns="0" rtlCol="0">
            <a:spAutoFit/>
          </a:bodyPr>
          <a:lstStyle/>
          <a:p>
            <a:pPr marL="3085465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724708" y="9674225"/>
            <a:ext cx="15875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0" dirty="0">
                <a:solidFill>
                  <a:srgbClr val="8798C2"/>
                </a:solidFill>
                <a:latin typeface="Times New Roman"/>
                <a:cs typeface="Times New Roman"/>
              </a:rPr>
              <a:t>2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xfrm>
            <a:off x="1066800" y="2315260"/>
            <a:ext cx="18973800" cy="6572467"/>
          </a:xfrm>
          <a:prstGeom prst="rect">
            <a:avLst/>
          </a:prstGeom>
        </p:spPr>
        <p:txBody>
          <a:bodyPr vert="horz" wrap="square" lIns="0" tIns="435636" rIns="0" bIns="0" rtlCol="0">
            <a:spAutoFit/>
          </a:bodyPr>
          <a:lstStyle/>
          <a:p>
            <a:pPr marL="2717800" indent="-5715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dirty="0"/>
              <a:t>To design and develop a full-stack </a:t>
            </a:r>
            <a:r>
              <a:rPr lang="en-US" b="1" dirty="0">
                <a:solidFill>
                  <a:srgbClr val="C00000"/>
                </a:solidFill>
              </a:rPr>
              <a:t>Travel Blogging Platform.</a:t>
            </a:r>
            <a:endParaRPr lang="en-US" b="1" spc="-10" dirty="0">
              <a:solidFill>
                <a:srgbClr val="C00000"/>
              </a:solidFill>
              <a:latin typeface="Arial"/>
              <a:cs typeface="Arial"/>
            </a:endParaRPr>
          </a:p>
          <a:p>
            <a:pPr marL="2717800" marR="2927985" indent="-571500">
              <a:lnSpc>
                <a:spcPct val="208300"/>
              </a:lnSpc>
              <a:buFont typeface="Arial" panose="020B0604020202020204" pitchFamily="34" charset="0"/>
              <a:buChar char="•"/>
            </a:pPr>
            <a:r>
              <a:rPr lang="en-US" dirty="0"/>
              <a:t>To</a:t>
            </a:r>
            <a:r>
              <a:rPr lang="en-US" spc="-20" dirty="0"/>
              <a:t> </a:t>
            </a:r>
            <a:r>
              <a:rPr lang="en-US" dirty="0"/>
              <a:t>provide</a:t>
            </a:r>
            <a:r>
              <a:rPr lang="en-US" spc="-20" dirty="0"/>
              <a:t> </a:t>
            </a:r>
            <a:r>
              <a:rPr lang="en-US" b="1" dirty="0">
                <a:solidFill>
                  <a:srgbClr val="BF0000"/>
                </a:solidFill>
                <a:latin typeface="Arial"/>
                <a:cs typeface="Arial"/>
              </a:rPr>
              <a:t>secure</a:t>
            </a:r>
            <a:r>
              <a:rPr lang="en-US" b="1" spc="-20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BF0000"/>
                </a:solidFill>
                <a:latin typeface="Arial"/>
                <a:cs typeface="Arial"/>
              </a:rPr>
              <a:t>login</a:t>
            </a:r>
            <a:r>
              <a:rPr lang="en-US" b="1" spc="-20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lang="en-US" dirty="0"/>
              <a:t>and</a:t>
            </a:r>
            <a:r>
              <a:rPr lang="en-US" spc="-20" dirty="0"/>
              <a:t> </a:t>
            </a:r>
            <a:r>
              <a:rPr lang="en-US" b="1" dirty="0">
                <a:solidFill>
                  <a:srgbClr val="BF0000"/>
                </a:solidFill>
                <a:latin typeface="Arial"/>
                <a:cs typeface="Arial"/>
              </a:rPr>
              <a:t>authentication</a:t>
            </a:r>
            <a:r>
              <a:rPr lang="en-US" b="1" spc="-15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BF0000"/>
                </a:solidFill>
                <a:latin typeface="Arial"/>
                <a:cs typeface="Arial"/>
              </a:rPr>
              <a:t>for</a:t>
            </a:r>
            <a:r>
              <a:rPr lang="en-US" b="1" spc="-20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lang="en-US" b="1" spc="-10" dirty="0">
                <a:solidFill>
                  <a:srgbClr val="BF0000"/>
                </a:solidFill>
                <a:latin typeface="Arial"/>
                <a:cs typeface="Arial"/>
              </a:rPr>
              <a:t>users</a:t>
            </a:r>
            <a:r>
              <a:rPr lang="en-US" b="1" spc="-10" dirty="0">
                <a:latin typeface="Arial"/>
                <a:cs typeface="Arial"/>
              </a:rPr>
              <a:t>.</a:t>
            </a:r>
            <a:r>
              <a:rPr lang="en-US" b="1" spc="900" dirty="0">
                <a:latin typeface="Arial"/>
                <a:cs typeface="Arial"/>
              </a:rPr>
              <a:t> </a:t>
            </a:r>
          </a:p>
          <a:p>
            <a:pPr marL="2717800" marR="2927985" indent="-571500">
              <a:lnSpc>
                <a:spcPct val="208300"/>
              </a:lnSpc>
              <a:buFont typeface="Arial" panose="020B0604020202020204" pitchFamily="34" charset="0"/>
              <a:buChar char="•"/>
            </a:pPr>
            <a:r>
              <a:rPr lang="en-US" dirty="0"/>
              <a:t>To enable users to </a:t>
            </a:r>
            <a:r>
              <a:rPr lang="en-US" b="1" dirty="0">
                <a:solidFill>
                  <a:srgbClr val="C00000"/>
                </a:solidFill>
              </a:rPr>
              <a:t>create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share travel blogs</a:t>
            </a:r>
            <a:r>
              <a:rPr lang="en-US" dirty="0"/>
              <a:t> easily.</a:t>
            </a:r>
          </a:p>
          <a:p>
            <a:pPr marL="2717800" marR="2927985" indent="-571500">
              <a:lnSpc>
                <a:spcPct val="208300"/>
              </a:lnSpc>
              <a:buFont typeface="Arial" panose="020B0604020202020204" pitchFamily="34" charset="0"/>
              <a:buChar char="•"/>
            </a:pPr>
            <a:r>
              <a:rPr lang="en-US" dirty="0"/>
              <a:t>To allow </a:t>
            </a:r>
            <a:r>
              <a:rPr lang="en-US" b="1" dirty="0">
                <a:solidFill>
                  <a:srgbClr val="C00000"/>
                </a:solidFill>
              </a:rPr>
              <a:t>social interaction </a:t>
            </a:r>
            <a:r>
              <a:rPr lang="en-US" dirty="0"/>
              <a:t>through likes, comments and follows.</a:t>
            </a:r>
          </a:p>
          <a:p>
            <a:pPr marL="2717165" marR="5080" indent="-571500">
              <a:lnSpc>
                <a:spcPct val="208300"/>
              </a:lnSpc>
              <a:buFont typeface="Arial" panose="020B0604020202020204" pitchFamily="34" charset="0"/>
              <a:buChar char="•"/>
            </a:pPr>
            <a:r>
              <a:rPr lang="en-US" dirty="0"/>
              <a:t>To create a simple and </a:t>
            </a:r>
            <a:r>
              <a:rPr lang="en-US" b="1" dirty="0">
                <a:solidFill>
                  <a:srgbClr val="C00000"/>
                </a:solidFill>
              </a:rPr>
              <a:t>user-friendly travel sharing platform</a:t>
            </a:r>
            <a:r>
              <a:rPr lang="en-US" dirty="0"/>
              <a:t>.</a:t>
            </a:r>
          </a:p>
          <a:p>
            <a:pPr marL="2717165" marR="5080" indent="-571500">
              <a:lnSpc>
                <a:spcPct val="208300"/>
              </a:lnSpc>
              <a:buFont typeface="Arial" panose="020B0604020202020204" pitchFamily="34" charset="0"/>
              <a:buChar char="•"/>
            </a:pPr>
            <a:endParaRPr lang="en-US" spc="-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24708" y="9674225"/>
            <a:ext cx="15875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0" dirty="0">
                <a:solidFill>
                  <a:srgbClr val="8798C2"/>
                </a:solidFill>
                <a:latin typeface="Times New Roman"/>
                <a:cs typeface="Times New Roman"/>
              </a:rPr>
              <a:t>4</a:t>
            </a:r>
            <a:endParaRPr sz="21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875559" y="1574545"/>
            <a:ext cx="1423035" cy="3162935"/>
            <a:chOff x="13875559" y="1574545"/>
            <a:chExt cx="1423035" cy="3162935"/>
          </a:xfrm>
        </p:grpSpPr>
        <p:sp>
          <p:nvSpPr>
            <p:cNvPr id="4" name="object 4"/>
            <p:cNvSpPr/>
            <p:nvPr/>
          </p:nvSpPr>
          <p:spPr>
            <a:xfrm>
              <a:off x="14577124" y="1583143"/>
              <a:ext cx="721360" cy="2737485"/>
            </a:xfrm>
            <a:custGeom>
              <a:avLst/>
              <a:gdLst/>
              <a:ahLst/>
              <a:cxnLst/>
              <a:rect l="l" t="t" r="r" b="b"/>
              <a:pathLst>
                <a:path w="721359" h="2737485">
                  <a:moveTo>
                    <a:pt x="130175" y="2736970"/>
                  </a:moveTo>
                  <a:lnTo>
                    <a:pt x="84542" y="2709329"/>
                  </a:lnTo>
                  <a:lnTo>
                    <a:pt x="59687" y="2664583"/>
                  </a:lnTo>
                  <a:lnTo>
                    <a:pt x="38283" y="2602053"/>
                  </a:lnTo>
                  <a:lnTo>
                    <a:pt x="24752" y="2531073"/>
                  </a:lnTo>
                  <a:lnTo>
                    <a:pt x="19687" y="2492126"/>
                  </a:lnTo>
                  <a:lnTo>
                    <a:pt x="17201" y="2452865"/>
                  </a:lnTo>
                  <a:lnTo>
                    <a:pt x="0" y="0"/>
                  </a:lnTo>
                  <a:lnTo>
                    <a:pt x="84539" y="158510"/>
                  </a:lnTo>
                  <a:lnTo>
                    <a:pt x="114497" y="200064"/>
                  </a:lnTo>
                  <a:lnTo>
                    <a:pt x="148389" y="237765"/>
                  </a:lnTo>
                  <a:lnTo>
                    <a:pt x="251478" y="346506"/>
                  </a:lnTo>
                  <a:lnTo>
                    <a:pt x="316024" y="422495"/>
                  </a:lnTo>
                  <a:lnTo>
                    <a:pt x="376758" y="502246"/>
                  </a:lnTo>
                  <a:lnTo>
                    <a:pt x="432619" y="585221"/>
                  </a:lnTo>
                  <a:lnTo>
                    <a:pt x="483269" y="670638"/>
                  </a:lnTo>
                  <a:lnTo>
                    <a:pt x="529040" y="758433"/>
                  </a:lnTo>
                  <a:lnTo>
                    <a:pt x="570267" y="848538"/>
                  </a:lnTo>
                  <a:lnTo>
                    <a:pt x="607280" y="940889"/>
                  </a:lnTo>
                  <a:lnTo>
                    <a:pt x="640412" y="1035420"/>
                  </a:lnTo>
                  <a:lnTo>
                    <a:pt x="670254" y="1135304"/>
                  </a:lnTo>
                  <a:lnTo>
                    <a:pt x="694102" y="1239856"/>
                  </a:lnTo>
                  <a:lnTo>
                    <a:pt x="710596" y="1345465"/>
                  </a:lnTo>
                  <a:lnTo>
                    <a:pt x="719558" y="1451944"/>
                  </a:lnTo>
                  <a:lnTo>
                    <a:pt x="721254" y="1556427"/>
                  </a:lnTo>
                  <a:lnTo>
                    <a:pt x="717025" y="1656635"/>
                  </a:lnTo>
                  <a:lnTo>
                    <a:pt x="706918" y="1754518"/>
                  </a:lnTo>
                  <a:lnTo>
                    <a:pt x="690945" y="1850069"/>
                  </a:lnTo>
                  <a:lnTo>
                    <a:pt x="669122" y="1943286"/>
                  </a:lnTo>
                  <a:lnTo>
                    <a:pt x="641463" y="2034161"/>
                  </a:lnTo>
                  <a:lnTo>
                    <a:pt x="607980" y="2122692"/>
                  </a:lnTo>
                  <a:lnTo>
                    <a:pt x="568689" y="2208872"/>
                  </a:lnTo>
                  <a:lnTo>
                    <a:pt x="523604" y="2292697"/>
                  </a:lnTo>
                  <a:lnTo>
                    <a:pt x="472737" y="2374163"/>
                  </a:lnTo>
                  <a:lnTo>
                    <a:pt x="416104" y="2453263"/>
                  </a:lnTo>
                  <a:lnTo>
                    <a:pt x="353718" y="2529994"/>
                  </a:lnTo>
                  <a:lnTo>
                    <a:pt x="285593" y="2604351"/>
                  </a:lnTo>
                  <a:lnTo>
                    <a:pt x="210557" y="2673847"/>
                  </a:lnTo>
                  <a:lnTo>
                    <a:pt x="171052" y="2706270"/>
                  </a:lnTo>
                  <a:lnTo>
                    <a:pt x="130175" y="2736970"/>
                  </a:lnTo>
                  <a:close/>
                </a:path>
              </a:pathLst>
            </a:custGeom>
            <a:solidFill>
              <a:srgbClr val="5895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875559" y="1574545"/>
              <a:ext cx="721360" cy="2774950"/>
            </a:xfrm>
            <a:custGeom>
              <a:avLst/>
              <a:gdLst/>
              <a:ahLst/>
              <a:cxnLst/>
              <a:rect l="l" t="t" r="r" b="b"/>
              <a:pathLst>
                <a:path w="721359" h="2774950">
                  <a:moveTo>
                    <a:pt x="649792" y="2774918"/>
                  </a:moveTo>
                  <a:lnTo>
                    <a:pt x="571143" y="2711338"/>
                  </a:lnTo>
                  <a:lnTo>
                    <a:pt x="496354" y="2643979"/>
                  </a:lnTo>
                  <a:lnTo>
                    <a:pt x="424738" y="2570238"/>
                  </a:lnTo>
                  <a:lnTo>
                    <a:pt x="357590" y="2493587"/>
                  </a:lnTo>
                  <a:lnTo>
                    <a:pt x="295172" y="2413864"/>
                  </a:lnTo>
                  <a:lnTo>
                    <a:pt x="237748" y="2330911"/>
                  </a:lnTo>
                  <a:lnTo>
                    <a:pt x="185582" y="2244566"/>
                  </a:lnTo>
                  <a:lnTo>
                    <a:pt x="138937" y="2154671"/>
                  </a:lnTo>
                  <a:lnTo>
                    <a:pt x="98076" y="2061066"/>
                  </a:lnTo>
                  <a:lnTo>
                    <a:pt x="63262" y="1963590"/>
                  </a:lnTo>
                  <a:lnTo>
                    <a:pt x="45840" y="1887634"/>
                  </a:lnTo>
                  <a:lnTo>
                    <a:pt x="28746" y="1780646"/>
                  </a:lnTo>
                  <a:lnTo>
                    <a:pt x="14038" y="1660459"/>
                  </a:lnTo>
                  <a:lnTo>
                    <a:pt x="3770" y="1544907"/>
                  </a:lnTo>
                  <a:lnTo>
                    <a:pt x="0" y="1451823"/>
                  </a:lnTo>
                  <a:lnTo>
                    <a:pt x="1193" y="1419279"/>
                  </a:lnTo>
                  <a:lnTo>
                    <a:pt x="10503" y="1317904"/>
                  </a:lnTo>
                  <a:lnTo>
                    <a:pt x="24441" y="1217851"/>
                  </a:lnTo>
                  <a:lnTo>
                    <a:pt x="43182" y="1119162"/>
                  </a:lnTo>
                  <a:lnTo>
                    <a:pt x="66900" y="1021879"/>
                  </a:lnTo>
                  <a:lnTo>
                    <a:pt x="95768" y="926047"/>
                  </a:lnTo>
                  <a:lnTo>
                    <a:pt x="129961" y="831707"/>
                  </a:lnTo>
                  <a:lnTo>
                    <a:pt x="169653" y="738904"/>
                  </a:lnTo>
                  <a:lnTo>
                    <a:pt x="215017" y="647678"/>
                  </a:lnTo>
                  <a:lnTo>
                    <a:pt x="265420" y="559717"/>
                  </a:lnTo>
                  <a:lnTo>
                    <a:pt x="320070" y="475157"/>
                  </a:lnTo>
                  <a:lnTo>
                    <a:pt x="379209" y="394237"/>
                  </a:lnTo>
                  <a:lnTo>
                    <a:pt x="443074" y="317196"/>
                  </a:lnTo>
                  <a:lnTo>
                    <a:pt x="511905" y="244272"/>
                  </a:lnTo>
                  <a:lnTo>
                    <a:pt x="645120" y="120701"/>
                  </a:lnTo>
                  <a:lnTo>
                    <a:pt x="661869" y="99908"/>
                  </a:lnTo>
                  <a:lnTo>
                    <a:pt x="674661" y="77525"/>
                  </a:lnTo>
                  <a:lnTo>
                    <a:pt x="684242" y="54401"/>
                  </a:lnTo>
                  <a:lnTo>
                    <a:pt x="689962" y="30313"/>
                  </a:lnTo>
                  <a:lnTo>
                    <a:pt x="691171" y="5039"/>
                  </a:lnTo>
                  <a:lnTo>
                    <a:pt x="695747" y="0"/>
                  </a:lnTo>
                  <a:lnTo>
                    <a:pt x="699883" y="0"/>
                  </a:lnTo>
                  <a:lnTo>
                    <a:pt x="701565" y="3359"/>
                  </a:lnTo>
                  <a:lnTo>
                    <a:pt x="720770" y="2425286"/>
                  </a:lnTo>
                  <a:lnTo>
                    <a:pt x="686123" y="2683606"/>
                  </a:lnTo>
                  <a:lnTo>
                    <a:pt x="679584" y="2717490"/>
                  </a:lnTo>
                  <a:lnTo>
                    <a:pt x="664678" y="2766715"/>
                  </a:lnTo>
                  <a:lnTo>
                    <a:pt x="659096" y="2772595"/>
                  </a:lnTo>
                  <a:lnTo>
                    <a:pt x="649792" y="2774918"/>
                  </a:lnTo>
                  <a:close/>
                </a:path>
              </a:pathLst>
            </a:custGeom>
            <a:solidFill>
              <a:srgbClr val="6BAB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525351" y="3951508"/>
              <a:ext cx="179705" cy="786130"/>
            </a:xfrm>
            <a:custGeom>
              <a:avLst/>
              <a:gdLst/>
              <a:ahLst/>
              <a:cxnLst/>
              <a:rect l="l" t="t" r="r" b="b"/>
              <a:pathLst>
                <a:path w="179705" h="786129">
                  <a:moveTo>
                    <a:pt x="132749" y="785535"/>
                  </a:moveTo>
                  <a:lnTo>
                    <a:pt x="122354" y="785535"/>
                  </a:lnTo>
                  <a:lnTo>
                    <a:pt x="111713" y="779235"/>
                  </a:lnTo>
                  <a:lnTo>
                    <a:pt x="59598" y="761055"/>
                  </a:lnTo>
                  <a:lnTo>
                    <a:pt x="49978" y="755419"/>
                  </a:lnTo>
                  <a:lnTo>
                    <a:pt x="46800" y="744632"/>
                  </a:lnTo>
                  <a:lnTo>
                    <a:pt x="46526" y="687306"/>
                  </a:lnTo>
                  <a:lnTo>
                    <a:pt x="39476" y="593125"/>
                  </a:lnTo>
                  <a:lnTo>
                    <a:pt x="33793" y="546472"/>
                  </a:lnTo>
                  <a:lnTo>
                    <a:pt x="25958" y="500108"/>
                  </a:lnTo>
                  <a:lnTo>
                    <a:pt x="15433" y="454029"/>
                  </a:lnTo>
                  <a:lnTo>
                    <a:pt x="0" y="403094"/>
                  </a:lnTo>
                  <a:lnTo>
                    <a:pt x="0" y="396176"/>
                  </a:lnTo>
                  <a:lnTo>
                    <a:pt x="19093" y="352707"/>
                  </a:lnTo>
                  <a:lnTo>
                    <a:pt x="43980" y="214143"/>
                  </a:lnTo>
                  <a:lnTo>
                    <a:pt x="55137" y="120962"/>
                  </a:lnTo>
                  <a:lnTo>
                    <a:pt x="60769" y="36391"/>
                  </a:lnTo>
                  <a:lnTo>
                    <a:pt x="63938" y="13276"/>
                  </a:lnTo>
                  <a:lnTo>
                    <a:pt x="69195" y="0"/>
                  </a:lnTo>
                  <a:lnTo>
                    <a:pt x="69195" y="44766"/>
                  </a:lnTo>
                  <a:lnTo>
                    <a:pt x="80852" y="156434"/>
                  </a:lnTo>
                  <a:lnTo>
                    <a:pt x="90550" y="212083"/>
                  </a:lnTo>
                  <a:lnTo>
                    <a:pt x="105426" y="266917"/>
                  </a:lnTo>
                  <a:lnTo>
                    <a:pt x="131164" y="323740"/>
                  </a:lnTo>
                  <a:lnTo>
                    <a:pt x="164853" y="360566"/>
                  </a:lnTo>
                  <a:lnTo>
                    <a:pt x="179473" y="368506"/>
                  </a:lnTo>
                  <a:lnTo>
                    <a:pt x="164488" y="393161"/>
                  </a:lnTo>
                  <a:lnTo>
                    <a:pt x="151433" y="418473"/>
                  </a:lnTo>
                  <a:lnTo>
                    <a:pt x="141608" y="445064"/>
                  </a:lnTo>
                  <a:lnTo>
                    <a:pt x="136312" y="473554"/>
                  </a:lnTo>
                  <a:lnTo>
                    <a:pt x="129169" y="533993"/>
                  </a:lnTo>
                  <a:lnTo>
                    <a:pt x="129284" y="713197"/>
                  </a:lnTo>
                  <a:lnTo>
                    <a:pt x="134432" y="770020"/>
                  </a:lnTo>
                  <a:lnTo>
                    <a:pt x="132749" y="785535"/>
                  </a:lnTo>
                  <a:close/>
                </a:path>
              </a:pathLst>
            </a:custGeom>
            <a:solidFill>
              <a:srgbClr val="C2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95958" y="1978733"/>
            <a:ext cx="2371724" cy="22955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48146" y="5188132"/>
            <a:ext cx="2266949" cy="16001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129617" y="5070116"/>
            <a:ext cx="1838324" cy="18383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487095" y="7780005"/>
            <a:ext cx="1581149" cy="9905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839125" y="7247794"/>
            <a:ext cx="1838324" cy="1838324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6354969" y="284683"/>
            <a:ext cx="573405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70960" algn="l"/>
              </a:tabLst>
            </a:pPr>
            <a:r>
              <a:rPr spc="-10" dirty="0"/>
              <a:t>Technology</a:t>
            </a:r>
            <a:r>
              <a:rPr dirty="0"/>
              <a:t>	</a:t>
            </a:r>
            <a:r>
              <a:rPr spc="-10" dirty="0"/>
              <a:t>Stack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596975" y="2000675"/>
            <a:ext cx="12334948" cy="67172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100"/>
              </a:spcBef>
            </a:pPr>
            <a:r>
              <a:rPr sz="3400" b="1" dirty="0">
                <a:solidFill>
                  <a:srgbClr val="BF0000"/>
                </a:solidFill>
                <a:latin typeface="Times New Roman"/>
                <a:cs typeface="Times New Roman"/>
              </a:rPr>
              <a:t>MongoDB</a:t>
            </a:r>
            <a:r>
              <a:rPr sz="3400" b="1" spc="5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F0000"/>
                </a:solidFill>
                <a:latin typeface="Times New Roman"/>
                <a:cs typeface="Times New Roman"/>
              </a:rPr>
              <a:t>–</a:t>
            </a:r>
            <a:r>
              <a:rPr sz="3400" spc="5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for users, blogs, trips, and packages</a:t>
            </a:r>
            <a:endParaRPr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3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400" b="1" spc="-45" dirty="0">
                <a:solidFill>
                  <a:srgbClr val="BF0000"/>
                </a:solidFill>
                <a:latin typeface="Times New Roman"/>
                <a:cs typeface="Times New Roman"/>
              </a:rPr>
              <a:t>Express.js</a:t>
            </a:r>
            <a:r>
              <a:rPr sz="3400" b="1" spc="-1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–</a:t>
            </a:r>
            <a:r>
              <a:rPr sz="3400" b="1" spc="-15" dirty="0">
                <a:latin typeface="Times New Roman"/>
                <a:cs typeface="Times New Roman"/>
              </a:rPr>
              <a:t> </a:t>
            </a:r>
            <a:r>
              <a:rPr sz="3400" spc="70" dirty="0">
                <a:latin typeface="Times New Roman"/>
                <a:cs typeface="Times New Roman"/>
              </a:rPr>
              <a:t>Backend</a:t>
            </a:r>
            <a:r>
              <a:rPr sz="3400" spc="-15" dirty="0">
                <a:latin typeface="Times New Roman"/>
                <a:cs typeface="Times New Roman"/>
              </a:rPr>
              <a:t> </a:t>
            </a:r>
            <a:r>
              <a:rPr sz="3400" spc="70" dirty="0">
                <a:latin typeface="Times New Roman"/>
                <a:cs typeface="Times New Roman"/>
              </a:rPr>
              <a:t>framework</a:t>
            </a:r>
            <a:r>
              <a:rPr sz="3400" spc="-15" dirty="0">
                <a:latin typeface="Times New Roman"/>
                <a:cs typeface="Times New Roman"/>
              </a:rPr>
              <a:t> </a:t>
            </a:r>
            <a:r>
              <a:rPr sz="3400" spc="60" dirty="0">
                <a:latin typeface="Times New Roman"/>
                <a:cs typeface="Times New Roman"/>
              </a:rPr>
              <a:t>for</a:t>
            </a:r>
            <a:r>
              <a:rPr sz="3400" spc="-20" dirty="0">
                <a:latin typeface="Times New Roman"/>
                <a:cs typeface="Times New Roman"/>
              </a:rPr>
              <a:t> </a:t>
            </a:r>
            <a:r>
              <a:rPr sz="3400" spc="165" dirty="0">
                <a:latin typeface="Times New Roman"/>
                <a:cs typeface="Times New Roman"/>
              </a:rPr>
              <a:t>REST</a:t>
            </a:r>
            <a:r>
              <a:rPr sz="3400" spc="-15" dirty="0">
                <a:latin typeface="Times New Roman"/>
                <a:cs typeface="Times New Roman"/>
              </a:rPr>
              <a:t> </a:t>
            </a:r>
            <a:r>
              <a:rPr sz="3400" spc="85" dirty="0">
                <a:latin typeface="Times New Roman"/>
                <a:cs typeface="Times New Roman"/>
              </a:rPr>
              <a:t>APIs</a:t>
            </a:r>
            <a:endParaRPr sz="3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85"/>
              </a:spcBef>
            </a:pPr>
            <a:endParaRPr sz="3400" dirty="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</a:pPr>
            <a:r>
              <a:rPr sz="3400" b="1" spc="-35" dirty="0">
                <a:solidFill>
                  <a:srgbClr val="BF0000"/>
                </a:solidFill>
                <a:latin typeface="Times New Roman"/>
                <a:cs typeface="Times New Roman"/>
              </a:rPr>
              <a:t>React.js</a:t>
            </a:r>
            <a:r>
              <a:rPr sz="3400" b="1" spc="-1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–</a:t>
            </a:r>
            <a:r>
              <a:rPr sz="3400" spc="-15" dirty="0">
                <a:latin typeface="Times New Roman"/>
                <a:cs typeface="Times New Roman"/>
              </a:rPr>
              <a:t> </a:t>
            </a:r>
            <a:r>
              <a:rPr sz="3400" spc="135" dirty="0">
                <a:latin typeface="Times New Roman"/>
                <a:cs typeface="Times New Roman"/>
              </a:rPr>
              <a:t>Frontend</a:t>
            </a:r>
            <a:r>
              <a:rPr sz="3400" spc="-15" dirty="0">
                <a:latin typeface="Times New Roman"/>
                <a:cs typeface="Times New Roman"/>
              </a:rPr>
              <a:t> </a:t>
            </a:r>
            <a:r>
              <a:rPr sz="3400" spc="80" dirty="0">
                <a:latin typeface="Times New Roman"/>
                <a:cs typeface="Times New Roman"/>
              </a:rPr>
              <a:t>library</a:t>
            </a:r>
            <a:r>
              <a:rPr sz="3400" spc="-15" dirty="0">
                <a:latin typeface="Times New Roman"/>
                <a:cs typeface="Times New Roman"/>
              </a:rPr>
              <a:t> </a:t>
            </a:r>
            <a:r>
              <a:rPr sz="3400" spc="60" dirty="0">
                <a:latin typeface="Times New Roman"/>
                <a:cs typeface="Times New Roman"/>
              </a:rPr>
              <a:t>for</a:t>
            </a:r>
            <a:r>
              <a:rPr sz="3400" spc="-15" dirty="0">
                <a:latin typeface="Times New Roman"/>
                <a:cs typeface="Times New Roman"/>
              </a:rPr>
              <a:t> </a:t>
            </a:r>
            <a:r>
              <a:rPr sz="3400" spc="55" dirty="0">
                <a:latin typeface="Times New Roman"/>
                <a:cs typeface="Times New Roman"/>
              </a:rPr>
              <a:t>building</a:t>
            </a:r>
            <a:r>
              <a:rPr sz="3400" spc="-20" dirty="0">
                <a:latin typeface="Times New Roman"/>
                <a:cs typeface="Times New Roman"/>
              </a:rPr>
              <a:t> </a:t>
            </a:r>
            <a:r>
              <a:rPr sz="3400" spc="225" dirty="0">
                <a:latin typeface="Times New Roman"/>
                <a:cs typeface="Times New Roman"/>
              </a:rPr>
              <a:t>UI</a:t>
            </a:r>
            <a:endParaRPr sz="3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10"/>
              </a:spcBef>
            </a:pPr>
            <a:endParaRPr sz="3400" dirty="0">
              <a:latin typeface="Times New Roman"/>
              <a:cs typeface="Times New Roman"/>
            </a:endParaRPr>
          </a:p>
          <a:p>
            <a:pPr marL="73660">
              <a:lnSpc>
                <a:spcPct val="100000"/>
              </a:lnSpc>
            </a:pPr>
            <a:r>
              <a:rPr sz="3400" b="1" spc="-10" dirty="0">
                <a:solidFill>
                  <a:srgbClr val="BF0000"/>
                </a:solidFill>
                <a:latin typeface="Times New Roman"/>
                <a:cs typeface="Times New Roman"/>
              </a:rPr>
              <a:t>Node.js</a:t>
            </a:r>
            <a:r>
              <a:rPr sz="3400" b="1" spc="-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–</a:t>
            </a:r>
            <a:r>
              <a:rPr sz="3400" spc="-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Server-side</a:t>
            </a:r>
            <a:r>
              <a:rPr sz="3400" spc="-5" dirty="0">
                <a:latin typeface="Times New Roman"/>
                <a:cs typeface="Times New Roman"/>
              </a:rPr>
              <a:t> </a:t>
            </a:r>
            <a:r>
              <a:rPr sz="3400" spc="105" dirty="0">
                <a:latin typeface="Times New Roman"/>
                <a:cs typeface="Times New Roman"/>
              </a:rPr>
              <a:t>runtime</a:t>
            </a:r>
            <a:r>
              <a:rPr sz="3400" spc="-10" dirty="0">
                <a:latin typeface="Times New Roman"/>
                <a:cs typeface="Times New Roman"/>
              </a:rPr>
              <a:t> </a:t>
            </a:r>
            <a:r>
              <a:rPr sz="3400" spc="60" dirty="0">
                <a:latin typeface="Times New Roman"/>
                <a:cs typeface="Times New Roman"/>
              </a:rPr>
              <a:t>environment</a:t>
            </a:r>
            <a:endParaRPr sz="3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80"/>
              </a:spcBef>
            </a:pPr>
            <a:endParaRPr sz="3400" dirty="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</a:pPr>
            <a:r>
              <a:rPr lang="en-IN" sz="3400" b="1" spc="-35" dirty="0">
                <a:solidFill>
                  <a:srgbClr val="BF0000"/>
                </a:solidFill>
                <a:latin typeface="Times New Roman"/>
                <a:cs typeface="Times New Roman"/>
              </a:rPr>
              <a:t>JWT &amp; Google </a:t>
            </a:r>
            <a:r>
              <a:rPr lang="en-IN" sz="3400" b="1" spc="-35" dirty="0" err="1">
                <a:solidFill>
                  <a:srgbClr val="BF0000"/>
                </a:solidFill>
                <a:latin typeface="Times New Roman"/>
                <a:cs typeface="Times New Roman"/>
              </a:rPr>
              <a:t>Oauth</a:t>
            </a:r>
            <a:r>
              <a:rPr lang="en-IN" sz="3400" b="1" spc="-3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–</a:t>
            </a:r>
            <a:r>
              <a:rPr sz="3400" spc="-35" dirty="0">
                <a:latin typeface="Times New Roman"/>
                <a:cs typeface="Times New Roman"/>
              </a:rPr>
              <a:t> 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 and user management</a:t>
            </a:r>
            <a:endParaRPr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685"/>
              </a:spcBef>
            </a:pPr>
            <a:endParaRPr sz="3400" dirty="0">
              <a:latin typeface="Times New Roman"/>
              <a:cs typeface="Times New Roman"/>
            </a:endParaRPr>
          </a:p>
          <a:p>
            <a:pPr marL="51435">
              <a:lnSpc>
                <a:spcPct val="100000"/>
              </a:lnSpc>
            </a:pPr>
            <a:r>
              <a:rPr sz="3400" b="1" spc="60" dirty="0">
                <a:solidFill>
                  <a:srgbClr val="BF0000"/>
                </a:solidFill>
                <a:latin typeface="Times New Roman"/>
                <a:cs typeface="Times New Roman"/>
              </a:rPr>
              <a:t>VS</a:t>
            </a:r>
            <a:r>
              <a:rPr sz="3400" b="1" spc="-6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3400" b="1" dirty="0">
                <a:solidFill>
                  <a:srgbClr val="BF0000"/>
                </a:solidFill>
                <a:latin typeface="Times New Roman"/>
                <a:cs typeface="Times New Roman"/>
              </a:rPr>
              <a:t>Code,</a:t>
            </a:r>
            <a:r>
              <a:rPr sz="3400" b="1" spc="-6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3400" b="1" spc="-35" dirty="0">
                <a:solidFill>
                  <a:srgbClr val="BF0000"/>
                </a:solidFill>
                <a:latin typeface="Times New Roman"/>
                <a:cs typeface="Times New Roman"/>
              </a:rPr>
              <a:t>GitHub,</a:t>
            </a:r>
            <a:r>
              <a:rPr sz="3400" b="1" spc="-6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3400" b="1" spc="-45" dirty="0">
                <a:solidFill>
                  <a:srgbClr val="BF0000"/>
                </a:solidFill>
                <a:latin typeface="Times New Roman"/>
                <a:cs typeface="Times New Roman"/>
              </a:rPr>
              <a:t>Postman</a:t>
            </a:r>
            <a:r>
              <a:rPr sz="3400" b="1" spc="-6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–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spc="75" dirty="0">
                <a:latin typeface="Times New Roman"/>
                <a:cs typeface="Times New Roman"/>
              </a:rPr>
              <a:t>Development</a:t>
            </a:r>
            <a:r>
              <a:rPr sz="3400" spc="-65" dirty="0">
                <a:latin typeface="Times New Roman"/>
                <a:cs typeface="Times New Roman"/>
              </a:rPr>
              <a:t> </a:t>
            </a:r>
            <a:r>
              <a:rPr sz="3400" spc="170" dirty="0">
                <a:latin typeface="Times New Roman"/>
                <a:cs typeface="Times New Roman"/>
              </a:rPr>
              <a:t>and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spc="60" dirty="0">
                <a:latin typeface="Times New Roman"/>
                <a:cs typeface="Times New Roman"/>
              </a:rPr>
              <a:t>testing</a:t>
            </a:r>
            <a:r>
              <a:rPr sz="3400" spc="-65" dirty="0">
                <a:latin typeface="Times New Roman"/>
                <a:cs typeface="Times New Roman"/>
              </a:rPr>
              <a:t> </a:t>
            </a:r>
            <a:r>
              <a:rPr sz="3400" spc="75" dirty="0">
                <a:latin typeface="Times New Roman"/>
                <a:cs typeface="Times New Roman"/>
              </a:rPr>
              <a:t>tools</a:t>
            </a:r>
            <a:endParaRPr sz="3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33800" y="768011"/>
            <a:ext cx="13246795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80335" algn="l"/>
                <a:tab pos="5220335" algn="l"/>
                <a:tab pos="7046595" algn="l"/>
                <a:tab pos="8792845" algn="l"/>
              </a:tabLst>
            </a:pPr>
            <a:r>
              <a:rPr spc="-20" dirty="0"/>
              <a:t>WORK</a:t>
            </a:r>
            <a:r>
              <a:rPr dirty="0"/>
              <a:t>	</a:t>
            </a:r>
            <a:r>
              <a:rPr spc="-20" dirty="0"/>
              <a:t>FLOW</a:t>
            </a:r>
            <a:r>
              <a:rPr dirty="0"/>
              <a:t>	</a:t>
            </a:r>
            <a:r>
              <a:rPr spc="-25" dirty="0"/>
              <a:t>FOR</a:t>
            </a:r>
            <a:r>
              <a:rPr dirty="0"/>
              <a:t>	</a:t>
            </a:r>
            <a:r>
              <a:rPr lang="en-US" spc="150" dirty="0"/>
              <a:t>TRAVEL BLOG</a:t>
            </a:r>
            <a:endParaRPr spc="65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FD8E78ED-7870-6ACA-E0DB-E44DD128D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2781300"/>
            <a:ext cx="10134600" cy="58015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96902" y="263183"/>
            <a:ext cx="11805097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58950" algn="l"/>
                <a:tab pos="4013835" algn="l"/>
                <a:tab pos="5839460" algn="l"/>
                <a:tab pos="7585709" algn="l"/>
              </a:tabLst>
            </a:pPr>
            <a:r>
              <a:rPr spc="150" dirty="0"/>
              <a:t>USE</a:t>
            </a:r>
            <a:r>
              <a:rPr dirty="0"/>
              <a:t>	</a:t>
            </a:r>
            <a:r>
              <a:rPr spc="-20" dirty="0"/>
              <a:t>CASE</a:t>
            </a:r>
            <a:r>
              <a:rPr dirty="0"/>
              <a:t>	</a:t>
            </a:r>
            <a:r>
              <a:rPr spc="-25" dirty="0"/>
              <a:t>FOR</a:t>
            </a:r>
            <a:r>
              <a:rPr dirty="0"/>
              <a:t>	</a:t>
            </a:r>
            <a:r>
              <a:rPr lang="en-US" spc="150" dirty="0"/>
              <a:t>TRAVEL BLOG</a:t>
            </a:r>
            <a:endParaRPr spc="65" dirty="0"/>
          </a:p>
        </p:txBody>
      </p:sp>
      <p:grpSp>
        <p:nvGrpSpPr>
          <p:cNvPr id="3" name="object 3"/>
          <p:cNvGrpSpPr/>
          <p:nvPr/>
        </p:nvGrpSpPr>
        <p:grpSpPr>
          <a:xfrm>
            <a:off x="1635500" y="2045884"/>
            <a:ext cx="16141065" cy="4877435"/>
            <a:chOff x="1635500" y="2045884"/>
            <a:chExt cx="16141065" cy="4877435"/>
          </a:xfrm>
        </p:grpSpPr>
        <p:sp>
          <p:nvSpPr>
            <p:cNvPr id="4" name="object 4"/>
            <p:cNvSpPr/>
            <p:nvPr/>
          </p:nvSpPr>
          <p:spPr>
            <a:xfrm>
              <a:off x="1648218" y="2323273"/>
              <a:ext cx="11153775" cy="4599940"/>
            </a:xfrm>
            <a:custGeom>
              <a:avLst/>
              <a:gdLst/>
              <a:ahLst/>
              <a:cxnLst/>
              <a:rect l="l" t="t" r="r" b="b"/>
              <a:pathLst>
                <a:path w="11153775" h="4599940">
                  <a:moveTo>
                    <a:pt x="2526106" y="758875"/>
                  </a:moveTo>
                  <a:lnTo>
                    <a:pt x="2521445" y="693775"/>
                  </a:lnTo>
                  <a:lnTo>
                    <a:pt x="2510066" y="638327"/>
                  </a:lnTo>
                  <a:lnTo>
                    <a:pt x="2491930" y="583539"/>
                  </a:lnTo>
                  <a:lnTo>
                    <a:pt x="2467127" y="529691"/>
                  </a:lnTo>
                  <a:lnTo>
                    <a:pt x="2435809" y="477100"/>
                  </a:lnTo>
                  <a:lnTo>
                    <a:pt x="2411374" y="442861"/>
                  </a:lnTo>
                  <a:lnTo>
                    <a:pt x="2384183" y="409384"/>
                  </a:lnTo>
                  <a:lnTo>
                    <a:pt x="2354288" y="376758"/>
                  </a:lnTo>
                  <a:lnTo>
                    <a:pt x="2321776" y="345046"/>
                  </a:lnTo>
                  <a:lnTo>
                    <a:pt x="2286698" y="314325"/>
                  </a:lnTo>
                  <a:lnTo>
                    <a:pt x="2249157" y="284683"/>
                  </a:lnTo>
                  <a:lnTo>
                    <a:pt x="2209241" y="256184"/>
                  </a:lnTo>
                  <a:lnTo>
                    <a:pt x="2167051" y="228892"/>
                  </a:lnTo>
                  <a:lnTo>
                    <a:pt x="2122678" y="202882"/>
                  </a:lnTo>
                  <a:lnTo>
                    <a:pt x="2076234" y="178206"/>
                  </a:lnTo>
                  <a:lnTo>
                    <a:pt x="2027834" y="154940"/>
                  </a:lnTo>
                  <a:lnTo>
                    <a:pt x="1977580" y="133121"/>
                  </a:lnTo>
                  <a:lnTo>
                    <a:pt x="1925612" y="112801"/>
                  </a:lnTo>
                  <a:lnTo>
                    <a:pt x="1858429" y="89611"/>
                  </a:lnTo>
                  <a:lnTo>
                    <a:pt x="1788998" y="68935"/>
                  </a:lnTo>
                  <a:lnTo>
                    <a:pt x="1717586" y="50850"/>
                  </a:lnTo>
                  <a:lnTo>
                    <a:pt x="1644472" y="35433"/>
                  </a:lnTo>
                  <a:lnTo>
                    <a:pt x="1569910" y="22745"/>
                  </a:lnTo>
                  <a:lnTo>
                    <a:pt x="1494205" y="12827"/>
                  </a:lnTo>
                  <a:lnTo>
                    <a:pt x="1417624" y="5715"/>
                  </a:lnTo>
                  <a:lnTo>
                    <a:pt x="1340459" y="1435"/>
                  </a:lnTo>
                  <a:lnTo>
                    <a:pt x="1263002" y="0"/>
                  </a:lnTo>
                  <a:lnTo>
                    <a:pt x="1185557" y="1435"/>
                  </a:lnTo>
                  <a:lnTo>
                    <a:pt x="1108392" y="5715"/>
                  </a:lnTo>
                  <a:lnTo>
                    <a:pt x="1031811" y="12827"/>
                  </a:lnTo>
                  <a:lnTo>
                    <a:pt x="956094" y="22745"/>
                  </a:lnTo>
                  <a:lnTo>
                    <a:pt x="881545" y="35433"/>
                  </a:lnTo>
                  <a:lnTo>
                    <a:pt x="808418" y="50850"/>
                  </a:lnTo>
                  <a:lnTo>
                    <a:pt x="737019" y="68935"/>
                  </a:lnTo>
                  <a:lnTo>
                    <a:pt x="667588" y="89611"/>
                  </a:lnTo>
                  <a:lnTo>
                    <a:pt x="600392" y="112801"/>
                  </a:lnTo>
                  <a:lnTo>
                    <a:pt x="548424" y="133121"/>
                  </a:lnTo>
                  <a:lnTo>
                    <a:pt x="498182" y="154940"/>
                  </a:lnTo>
                  <a:lnTo>
                    <a:pt x="449783" y="178206"/>
                  </a:lnTo>
                  <a:lnTo>
                    <a:pt x="403339" y="202882"/>
                  </a:lnTo>
                  <a:lnTo>
                    <a:pt x="358965" y="228892"/>
                  </a:lnTo>
                  <a:lnTo>
                    <a:pt x="316776" y="256184"/>
                  </a:lnTo>
                  <a:lnTo>
                    <a:pt x="276860" y="284683"/>
                  </a:lnTo>
                  <a:lnTo>
                    <a:pt x="239318" y="314325"/>
                  </a:lnTo>
                  <a:lnTo>
                    <a:pt x="204241" y="345046"/>
                  </a:lnTo>
                  <a:lnTo>
                    <a:pt x="171716" y="376758"/>
                  </a:lnTo>
                  <a:lnTo>
                    <a:pt x="141833" y="409384"/>
                  </a:lnTo>
                  <a:lnTo>
                    <a:pt x="114630" y="442861"/>
                  </a:lnTo>
                  <a:lnTo>
                    <a:pt x="90208" y="477100"/>
                  </a:lnTo>
                  <a:lnTo>
                    <a:pt x="58889" y="529691"/>
                  </a:lnTo>
                  <a:lnTo>
                    <a:pt x="34086" y="583539"/>
                  </a:lnTo>
                  <a:lnTo>
                    <a:pt x="15951" y="638327"/>
                  </a:lnTo>
                  <a:lnTo>
                    <a:pt x="4559" y="693775"/>
                  </a:lnTo>
                  <a:lnTo>
                    <a:pt x="0" y="749566"/>
                  </a:lnTo>
                  <a:lnTo>
                    <a:pt x="292" y="777506"/>
                  </a:lnTo>
                  <a:lnTo>
                    <a:pt x="5994" y="833259"/>
                  </a:lnTo>
                  <a:lnTo>
                    <a:pt x="18503" y="888619"/>
                  </a:lnTo>
                  <a:lnTo>
                    <a:pt x="37757" y="943267"/>
                  </a:lnTo>
                  <a:lnTo>
                    <a:pt x="63652" y="996924"/>
                  </a:lnTo>
                  <a:lnTo>
                    <a:pt x="96050" y="1049286"/>
                  </a:lnTo>
                  <a:lnTo>
                    <a:pt x="121183" y="1083335"/>
                  </a:lnTo>
                  <a:lnTo>
                    <a:pt x="149047" y="1116609"/>
                  </a:lnTo>
                  <a:lnTo>
                    <a:pt x="179603" y="1149019"/>
                  </a:lnTo>
                  <a:lnTo>
                    <a:pt x="212775" y="1180490"/>
                  </a:lnTo>
                  <a:lnTo>
                    <a:pt x="248475" y="1210945"/>
                  </a:lnTo>
                  <a:lnTo>
                    <a:pt x="286613" y="1240307"/>
                  </a:lnTo>
                  <a:lnTo>
                    <a:pt x="327113" y="1268514"/>
                  </a:lnTo>
                  <a:lnTo>
                    <a:pt x="369862" y="1295488"/>
                  </a:lnTo>
                  <a:lnTo>
                    <a:pt x="414756" y="1321168"/>
                  </a:lnTo>
                  <a:lnTo>
                    <a:pt x="461708" y="1345501"/>
                  </a:lnTo>
                  <a:lnTo>
                    <a:pt x="510578" y="1368412"/>
                  </a:lnTo>
                  <a:lnTo>
                    <a:pt x="561263" y="1389862"/>
                  </a:lnTo>
                  <a:lnTo>
                    <a:pt x="626986" y="1414526"/>
                  </a:lnTo>
                  <a:lnTo>
                    <a:pt x="695096" y="1436725"/>
                  </a:lnTo>
                  <a:lnTo>
                    <a:pt x="765352" y="1456372"/>
                  </a:lnTo>
                  <a:lnTo>
                    <a:pt x="837476" y="1473390"/>
                  </a:lnTo>
                  <a:lnTo>
                    <a:pt x="911212" y="1487728"/>
                  </a:lnTo>
                  <a:lnTo>
                    <a:pt x="986256" y="1499311"/>
                  </a:lnTo>
                  <a:lnTo>
                    <a:pt x="1062355" y="1508125"/>
                  </a:lnTo>
                  <a:lnTo>
                    <a:pt x="1139202" y="1514106"/>
                  </a:lnTo>
                  <a:lnTo>
                    <a:pt x="1216520" y="1517243"/>
                  </a:lnTo>
                  <a:lnTo>
                    <a:pt x="1294003" y="1517523"/>
                  </a:lnTo>
                  <a:lnTo>
                    <a:pt x="1371371" y="1514957"/>
                  </a:lnTo>
                  <a:lnTo>
                    <a:pt x="1448346" y="1509547"/>
                  </a:lnTo>
                  <a:lnTo>
                    <a:pt x="1524609" y="1501305"/>
                  </a:lnTo>
                  <a:lnTo>
                    <a:pt x="1599895" y="1490268"/>
                  </a:lnTo>
                  <a:lnTo>
                    <a:pt x="1673910" y="1476476"/>
                  </a:lnTo>
                  <a:lnTo>
                    <a:pt x="1746377" y="1459992"/>
                  </a:lnTo>
                  <a:lnTo>
                    <a:pt x="1817027" y="1440865"/>
                  </a:lnTo>
                  <a:lnTo>
                    <a:pt x="1885581" y="1419174"/>
                  </a:lnTo>
                  <a:lnTo>
                    <a:pt x="1951812" y="1394993"/>
                  </a:lnTo>
                  <a:lnTo>
                    <a:pt x="2002929" y="1373911"/>
                  </a:lnTo>
                  <a:lnTo>
                    <a:pt x="2052269" y="1351368"/>
                  </a:lnTo>
                  <a:lnTo>
                    <a:pt x="2099703" y="1327378"/>
                  </a:lnTo>
                  <a:lnTo>
                    <a:pt x="2145131" y="1302029"/>
                  </a:lnTo>
                  <a:lnTo>
                    <a:pt x="2188426" y="1275372"/>
                  </a:lnTo>
                  <a:lnTo>
                    <a:pt x="2229485" y="1247470"/>
                  </a:lnTo>
                  <a:lnTo>
                    <a:pt x="2268232" y="1218387"/>
                  </a:lnTo>
                  <a:lnTo>
                    <a:pt x="2304542" y="1188199"/>
                  </a:lnTo>
                  <a:lnTo>
                    <a:pt x="2338349" y="1156982"/>
                  </a:lnTo>
                  <a:lnTo>
                    <a:pt x="2369566" y="1124800"/>
                  </a:lnTo>
                  <a:lnTo>
                    <a:pt x="2398128" y="1091730"/>
                  </a:lnTo>
                  <a:lnTo>
                    <a:pt x="2423934" y="1057871"/>
                  </a:lnTo>
                  <a:lnTo>
                    <a:pt x="2457412" y="1005751"/>
                  </a:lnTo>
                  <a:lnTo>
                    <a:pt x="2484399" y="952296"/>
                  </a:lnTo>
                  <a:lnTo>
                    <a:pt x="2504770" y="897788"/>
                  </a:lnTo>
                  <a:lnTo>
                    <a:pt x="2518410" y="842530"/>
                  </a:lnTo>
                  <a:lnTo>
                    <a:pt x="2525255" y="786815"/>
                  </a:lnTo>
                  <a:lnTo>
                    <a:pt x="2526106" y="758875"/>
                  </a:lnTo>
                  <a:close/>
                </a:path>
                <a:path w="11153775" h="4599940">
                  <a:moveTo>
                    <a:pt x="11153369" y="2808897"/>
                  </a:moveTo>
                  <a:lnTo>
                    <a:pt x="11152835" y="2783497"/>
                  </a:lnTo>
                  <a:lnTo>
                    <a:pt x="11151210" y="2745397"/>
                  </a:lnTo>
                  <a:lnTo>
                    <a:pt x="11148517" y="2719997"/>
                  </a:lnTo>
                  <a:lnTo>
                    <a:pt x="11144758" y="2694597"/>
                  </a:lnTo>
                  <a:lnTo>
                    <a:pt x="11139957" y="2656497"/>
                  </a:lnTo>
                  <a:lnTo>
                    <a:pt x="11134103" y="2631097"/>
                  </a:lnTo>
                  <a:lnTo>
                    <a:pt x="11127207" y="2592997"/>
                  </a:lnTo>
                  <a:lnTo>
                    <a:pt x="11119295" y="2567597"/>
                  </a:lnTo>
                  <a:lnTo>
                    <a:pt x="11110366" y="2542197"/>
                  </a:lnTo>
                  <a:lnTo>
                    <a:pt x="11100422" y="2504097"/>
                  </a:lnTo>
                  <a:lnTo>
                    <a:pt x="11089475" y="2478697"/>
                  </a:lnTo>
                  <a:lnTo>
                    <a:pt x="11077537" y="2453297"/>
                  </a:lnTo>
                  <a:lnTo>
                    <a:pt x="11064621" y="2415197"/>
                  </a:lnTo>
                  <a:lnTo>
                    <a:pt x="11050727" y="2389797"/>
                  </a:lnTo>
                  <a:lnTo>
                    <a:pt x="11035868" y="2364397"/>
                  </a:lnTo>
                  <a:lnTo>
                    <a:pt x="11020044" y="2326297"/>
                  </a:lnTo>
                  <a:lnTo>
                    <a:pt x="11003280" y="2300897"/>
                  </a:lnTo>
                  <a:lnTo>
                    <a:pt x="10985576" y="2275497"/>
                  </a:lnTo>
                  <a:lnTo>
                    <a:pt x="10966945" y="2250097"/>
                  </a:lnTo>
                  <a:lnTo>
                    <a:pt x="10947387" y="2224697"/>
                  </a:lnTo>
                  <a:lnTo>
                    <a:pt x="10933913" y="2199614"/>
                  </a:lnTo>
                  <a:lnTo>
                    <a:pt x="10933913" y="2808897"/>
                  </a:lnTo>
                  <a:lnTo>
                    <a:pt x="10932274" y="2859697"/>
                  </a:lnTo>
                  <a:lnTo>
                    <a:pt x="10927347" y="2910497"/>
                  </a:lnTo>
                  <a:lnTo>
                    <a:pt x="10919155" y="2948597"/>
                  </a:lnTo>
                  <a:lnTo>
                    <a:pt x="10907687" y="2999397"/>
                  </a:lnTo>
                  <a:lnTo>
                    <a:pt x="10892981" y="3050197"/>
                  </a:lnTo>
                  <a:lnTo>
                    <a:pt x="10875035" y="3088297"/>
                  </a:lnTo>
                  <a:lnTo>
                    <a:pt x="10853852" y="3139097"/>
                  </a:lnTo>
                  <a:lnTo>
                    <a:pt x="10829442" y="3177197"/>
                  </a:lnTo>
                  <a:lnTo>
                    <a:pt x="10801833" y="3227997"/>
                  </a:lnTo>
                  <a:lnTo>
                    <a:pt x="10771022" y="3278797"/>
                  </a:lnTo>
                  <a:lnTo>
                    <a:pt x="10737012" y="3316897"/>
                  </a:lnTo>
                  <a:lnTo>
                    <a:pt x="10699826" y="3367697"/>
                  </a:lnTo>
                  <a:lnTo>
                    <a:pt x="10671988" y="3393097"/>
                  </a:lnTo>
                  <a:lnTo>
                    <a:pt x="10642600" y="3431197"/>
                  </a:lnTo>
                  <a:lnTo>
                    <a:pt x="10611688" y="3456597"/>
                  </a:lnTo>
                  <a:lnTo>
                    <a:pt x="10579303" y="3481997"/>
                  </a:lnTo>
                  <a:lnTo>
                    <a:pt x="10545458" y="3520097"/>
                  </a:lnTo>
                  <a:lnTo>
                    <a:pt x="10510177" y="3545497"/>
                  </a:lnTo>
                  <a:lnTo>
                    <a:pt x="10473499" y="3583597"/>
                  </a:lnTo>
                  <a:lnTo>
                    <a:pt x="10435463" y="3608997"/>
                  </a:lnTo>
                  <a:lnTo>
                    <a:pt x="10396068" y="3634397"/>
                  </a:lnTo>
                  <a:lnTo>
                    <a:pt x="10355364" y="3659797"/>
                  </a:lnTo>
                  <a:lnTo>
                    <a:pt x="10313378" y="3697897"/>
                  </a:lnTo>
                  <a:lnTo>
                    <a:pt x="10270134" y="3723297"/>
                  </a:lnTo>
                  <a:lnTo>
                    <a:pt x="10225659" y="3748697"/>
                  </a:lnTo>
                  <a:lnTo>
                    <a:pt x="10179990" y="3774097"/>
                  </a:lnTo>
                  <a:lnTo>
                    <a:pt x="10133139" y="3799497"/>
                  </a:lnTo>
                  <a:lnTo>
                    <a:pt x="10085159" y="3824897"/>
                  </a:lnTo>
                  <a:lnTo>
                    <a:pt x="10036061" y="3850297"/>
                  </a:lnTo>
                  <a:lnTo>
                    <a:pt x="9985870" y="3875697"/>
                  </a:lnTo>
                  <a:lnTo>
                    <a:pt x="9943948" y="3901097"/>
                  </a:lnTo>
                  <a:lnTo>
                    <a:pt x="9901415" y="3913797"/>
                  </a:lnTo>
                  <a:lnTo>
                    <a:pt x="9858261" y="3939197"/>
                  </a:lnTo>
                  <a:lnTo>
                    <a:pt x="9814484" y="3951897"/>
                  </a:lnTo>
                  <a:lnTo>
                    <a:pt x="9770110" y="3977297"/>
                  </a:lnTo>
                  <a:lnTo>
                    <a:pt x="9725139" y="3989997"/>
                  </a:lnTo>
                  <a:lnTo>
                    <a:pt x="9679584" y="4015397"/>
                  </a:lnTo>
                  <a:lnTo>
                    <a:pt x="9633433" y="4028097"/>
                  </a:lnTo>
                  <a:lnTo>
                    <a:pt x="9586709" y="4053497"/>
                  </a:lnTo>
                  <a:lnTo>
                    <a:pt x="9443123" y="4091597"/>
                  </a:lnTo>
                  <a:lnTo>
                    <a:pt x="9394152" y="4116997"/>
                  </a:lnTo>
                  <a:lnTo>
                    <a:pt x="8983231" y="4218597"/>
                  </a:lnTo>
                  <a:lnTo>
                    <a:pt x="8875420" y="4243997"/>
                  </a:lnTo>
                  <a:lnTo>
                    <a:pt x="8778088" y="4269397"/>
                  </a:lnTo>
                  <a:lnTo>
                    <a:pt x="8729078" y="4269397"/>
                  </a:lnTo>
                  <a:lnTo>
                    <a:pt x="8630425" y="4294797"/>
                  </a:lnTo>
                  <a:lnTo>
                    <a:pt x="8580780" y="4294797"/>
                  </a:lnTo>
                  <a:lnTo>
                    <a:pt x="8530920" y="4307497"/>
                  </a:lnTo>
                  <a:lnTo>
                    <a:pt x="8480857" y="4307497"/>
                  </a:lnTo>
                  <a:lnTo>
                    <a:pt x="8380146" y="4332897"/>
                  </a:lnTo>
                  <a:lnTo>
                    <a:pt x="8278660" y="4332897"/>
                  </a:lnTo>
                  <a:lnTo>
                    <a:pt x="8227644" y="4345597"/>
                  </a:lnTo>
                  <a:lnTo>
                    <a:pt x="8176438" y="4345597"/>
                  </a:lnTo>
                  <a:lnTo>
                    <a:pt x="8125041" y="4358297"/>
                  </a:lnTo>
                  <a:lnTo>
                    <a:pt x="8021752" y="4358297"/>
                  </a:lnTo>
                  <a:lnTo>
                    <a:pt x="7969859" y="4370997"/>
                  </a:lnTo>
                  <a:lnTo>
                    <a:pt x="7760640" y="4370997"/>
                  </a:lnTo>
                  <a:lnTo>
                    <a:pt x="7707960" y="4383697"/>
                  </a:lnTo>
                  <a:lnTo>
                    <a:pt x="7283678" y="4383697"/>
                  </a:lnTo>
                  <a:lnTo>
                    <a:pt x="7231024" y="4370997"/>
                  </a:lnTo>
                  <a:lnTo>
                    <a:pt x="7022020" y="4370997"/>
                  </a:lnTo>
                  <a:lnTo>
                    <a:pt x="6970179" y="4358297"/>
                  </a:lnTo>
                  <a:lnTo>
                    <a:pt x="6866979" y="4358297"/>
                  </a:lnTo>
                  <a:lnTo>
                    <a:pt x="6815645" y="4345597"/>
                  </a:lnTo>
                  <a:lnTo>
                    <a:pt x="6764477" y="4345597"/>
                  </a:lnTo>
                  <a:lnTo>
                    <a:pt x="6713487" y="4332897"/>
                  </a:lnTo>
                  <a:lnTo>
                    <a:pt x="6612052" y="4332897"/>
                  </a:lnTo>
                  <a:lnTo>
                    <a:pt x="6511328" y="4307497"/>
                  </a:lnTo>
                  <a:lnTo>
                    <a:pt x="6461252" y="4307497"/>
                  </a:lnTo>
                  <a:lnTo>
                    <a:pt x="6411366" y="4294797"/>
                  </a:lnTo>
                  <a:lnTo>
                    <a:pt x="6361671" y="4294797"/>
                  </a:lnTo>
                  <a:lnTo>
                    <a:pt x="6262852" y="4269397"/>
                  </a:lnTo>
                  <a:lnTo>
                    <a:pt x="6213741" y="4269397"/>
                  </a:lnTo>
                  <a:lnTo>
                    <a:pt x="6116129" y="4243997"/>
                  </a:lnTo>
                  <a:lnTo>
                    <a:pt x="6008319" y="4218597"/>
                  </a:lnTo>
                  <a:lnTo>
                    <a:pt x="5597398" y="4116997"/>
                  </a:lnTo>
                  <a:lnTo>
                    <a:pt x="5548427" y="4091597"/>
                  </a:lnTo>
                  <a:lnTo>
                    <a:pt x="5404840" y="4053497"/>
                  </a:lnTo>
                  <a:lnTo>
                    <a:pt x="5358117" y="4028097"/>
                  </a:lnTo>
                  <a:lnTo>
                    <a:pt x="5311965" y="4015397"/>
                  </a:lnTo>
                  <a:lnTo>
                    <a:pt x="5266410" y="3989997"/>
                  </a:lnTo>
                  <a:lnTo>
                    <a:pt x="5221440" y="3977297"/>
                  </a:lnTo>
                  <a:lnTo>
                    <a:pt x="5177066" y="3951897"/>
                  </a:lnTo>
                  <a:lnTo>
                    <a:pt x="5133289" y="3939197"/>
                  </a:lnTo>
                  <a:lnTo>
                    <a:pt x="5090134" y="3913797"/>
                  </a:lnTo>
                  <a:lnTo>
                    <a:pt x="5047602" y="3901097"/>
                  </a:lnTo>
                  <a:lnTo>
                    <a:pt x="5005679" y="3875697"/>
                  </a:lnTo>
                  <a:lnTo>
                    <a:pt x="4955489" y="3850297"/>
                  </a:lnTo>
                  <a:lnTo>
                    <a:pt x="4906391" y="3824897"/>
                  </a:lnTo>
                  <a:lnTo>
                    <a:pt x="4858410" y="3799497"/>
                  </a:lnTo>
                  <a:lnTo>
                    <a:pt x="4811560" y="3774097"/>
                  </a:lnTo>
                  <a:lnTo>
                    <a:pt x="4765891" y="3748697"/>
                  </a:lnTo>
                  <a:lnTo>
                    <a:pt x="4721415" y="3723297"/>
                  </a:lnTo>
                  <a:lnTo>
                    <a:pt x="4678172" y="3697897"/>
                  </a:lnTo>
                  <a:lnTo>
                    <a:pt x="4636186" y="3659797"/>
                  </a:lnTo>
                  <a:lnTo>
                    <a:pt x="4595482" y="3634397"/>
                  </a:lnTo>
                  <a:lnTo>
                    <a:pt x="4556087" y="3608997"/>
                  </a:lnTo>
                  <a:lnTo>
                    <a:pt x="4518050" y="3583597"/>
                  </a:lnTo>
                  <a:lnTo>
                    <a:pt x="4481373" y="3545497"/>
                  </a:lnTo>
                  <a:lnTo>
                    <a:pt x="4446092" y="3520097"/>
                  </a:lnTo>
                  <a:lnTo>
                    <a:pt x="4412246" y="3481997"/>
                  </a:lnTo>
                  <a:lnTo>
                    <a:pt x="4379861" y="3456597"/>
                  </a:lnTo>
                  <a:lnTo>
                    <a:pt x="4348950" y="3431197"/>
                  </a:lnTo>
                  <a:lnTo>
                    <a:pt x="4319562" y="3393097"/>
                  </a:lnTo>
                  <a:lnTo>
                    <a:pt x="4291711" y="3367697"/>
                  </a:lnTo>
                  <a:lnTo>
                    <a:pt x="4254538" y="3316897"/>
                  </a:lnTo>
                  <a:lnTo>
                    <a:pt x="4220527" y="3278797"/>
                  </a:lnTo>
                  <a:lnTo>
                    <a:pt x="4189717" y="3227997"/>
                  </a:lnTo>
                  <a:lnTo>
                    <a:pt x="4162107" y="3177197"/>
                  </a:lnTo>
                  <a:lnTo>
                    <a:pt x="4137698" y="3139097"/>
                  </a:lnTo>
                  <a:lnTo>
                    <a:pt x="4116514" y="3088297"/>
                  </a:lnTo>
                  <a:lnTo>
                    <a:pt x="4098569" y="3050197"/>
                  </a:lnTo>
                  <a:lnTo>
                    <a:pt x="4083862" y="2999397"/>
                  </a:lnTo>
                  <a:lnTo>
                    <a:pt x="4072394" y="2948597"/>
                  </a:lnTo>
                  <a:lnTo>
                    <a:pt x="4064203" y="2910497"/>
                  </a:lnTo>
                  <a:lnTo>
                    <a:pt x="4059275" y="2859697"/>
                  </a:lnTo>
                  <a:lnTo>
                    <a:pt x="4057624" y="2808897"/>
                  </a:lnTo>
                  <a:lnTo>
                    <a:pt x="4059275" y="2770797"/>
                  </a:lnTo>
                  <a:lnTo>
                    <a:pt x="4064203" y="2719997"/>
                  </a:lnTo>
                  <a:lnTo>
                    <a:pt x="4072394" y="2669197"/>
                  </a:lnTo>
                  <a:lnTo>
                    <a:pt x="4083862" y="2631097"/>
                  </a:lnTo>
                  <a:lnTo>
                    <a:pt x="4098569" y="2580297"/>
                  </a:lnTo>
                  <a:lnTo>
                    <a:pt x="4116514" y="2529497"/>
                  </a:lnTo>
                  <a:lnTo>
                    <a:pt x="4137698" y="2491397"/>
                  </a:lnTo>
                  <a:lnTo>
                    <a:pt x="4162107" y="2440597"/>
                  </a:lnTo>
                  <a:lnTo>
                    <a:pt x="4189717" y="2389797"/>
                  </a:lnTo>
                  <a:lnTo>
                    <a:pt x="4220527" y="2351697"/>
                  </a:lnTo>
                  <a:lnTo>
                    <a:pt x="4254538" y="2300897"/>
                  </a:lnTo>
                  <a:lnTo>
                    <a:pt x="4291711" y="2262797"/>
                  </a:lnTo>
                  <a:lnTo>
                    <a:pt x="4319562" y="2224697"/>
                  </a:lnTo>
                  <a:lnTo>
                    <a:pt x="4348950" y="2199297"/>
                  </a:lnTo>
                  <a:lnTo>
                    <a:pt x="4379861" y="2161197"/>
                  </a:lnTo>
                  <a:lnTo>
                    <a:pt x="4412246" y="2135797"/>
                  </a:lnTo>
                  <a:lnTo>
                    <a:pt x="4446092" y="2110397"/>
                  </a:lnTo>
                  <a:lnTo>
                    <a:pt x="4481373" y="2072297"/>
                  </a:lnTo>
                  <a:lnTo>
                    <a:pt x="4518050" y="2046897"/>
                  </a:lnTo>
                  <a:lnTo>
                    <a:pt x="4556087" y="2021497"/>
                  </a:lnTo>
                  <a:lnTo>
                    <a:pt x="4595482" y="1983397"/>
                  </a:lnTo>
                  <a:lnTo>
                    <a:pt x="4636186" y="1957997"/>
                  </a:lnTo>
                  <a:lnTo>
                    <a:pt x="4678172" y="1932597"/>
                  </a:lnTo>
                  <a:lnTo>
                    <a:pt x="4721415" y="1907197"/>
                  </a:lnTo>
                  <a:lnTo>
                    <a:pt x="4765891" y="1881797"/>
                  </a:lnTo>
                  <a:lnTo>
                    <a:pt x="4811560" y="1843697"/>
                  </a:lnTo>
                  <a:lnTo>
                    <a:pt x="4858410" y="1818297"/>
                  </a:lnTo>
                  <a:lnTo>
                    <a:pt x="4906391" y="1792897"/>
                  </a:lnTo>
                  <a:lnTo>
                    <a:pt x="4955489" y="1767497"/>
                  </a:lnTo>
                  <a:lnTo>
                    <a:pt x="5005679" y="1742097"/>
                  </a:lnTo>
                  <a:lnTo>
                    <a:pt x="5047602" y="1729397"/>
                  </a:lnTo>
                  <a:lnTo>
                    <a:pt x="5090134" y="1703997"/>
                  </a:lnTo>
                  <a:lnTo>
                    <a:pt x="5133289" y="1691297"/>
                  </a:lnTo>
                  <a:lnTo>
                    <a:pt x="5177066" y="1665897"/>
                  </a:lnTo>
                  <a:lnTo>
                    <a:pt x="5221440" y="1653197"/>
                  </a:lnTo>
                  <a:lnTo>
                    <a:pt x="5266410" y="1627797"/>
                  </a:lnTo>
                  <a:lnTo>
                    <a:pt x="5311965" y="1615097"/>
                  </a:lnTo>
                  <a:lnTo>
                    <a:pt x="5358117" y="1589697"/>
                  </a:lnTo>
                  <a:lnTo>
                    <a:pt x="5452135" y="1564297"/>
                  </a:lnTo>
                  <a:lnTo>
                    <a:pt x="5500001" y="1538897"/>
                  </a:lnTo>
                  <a:lnTo>
                    <a:pt x="5696991" y="1488097"/>
                  </a:lnTo>
                  <a:lnTo>
                    <a:pt x="5747575" y="1462697"/>
                  </a:lnTo>
                  <a:lnTo>
                    <a:pt x="6116129" y="1373797"/>
                  </a:lnTo>
                  <a:lnTo>
                    <a:pt x="6164846" y="1373797"/>
                  </a:lnTo>
                  <a:lnTo>
                    <a:pt x="6262903" y="1348397"/>
                  </a:lnTo>
                  <a:lnTo>
                    <a:pt x="6312243" y="1348397"/>
                  </a:lnTo>
                  <a:lnTo>
                    <a:pt x="6411531" y="1322997"/>
                  </a:lnTo>
                  <a:lnTo>
                    <a:pt x="6461468" y="1322997"/>
                  </a:lnTo>
                  <a:lnTo>
                    <a:pt x="6511607" y="1310297"/>
                  </a:lnTo>
                  <a:lnTo>
                    <a:pt x="6561925" y="1310297"/>
                  </a:lnTo>
                  <a:lnTo>
                    <a:pt x="6612420" y="1297597"/>
                  </a:lnTo>
                  <a:lnTo>
                    <a:pt x="6663106" y="1297597"/>
                  </a:lnTo>
                  <a:lnTo>
                    <a:pt x="6713969" y="1284897"/>
                  </a:lnTo>
                  <a:lnTo>
                    <a:pt x="6765010" y="1284897"/>
                  </a:lnTo>
                  <a:lnTo>
                    <a:pt x="6816217" y="1272197"/>
                  </a:lnTo>
                  <a:lnTo>
                    <a:pt x="6919125" y="1272197"/>
                  </a:lnTo>
                  <a:lnTo>
                    <a:pt x="6970814" y="1259497"/>
                  </a:lnTo>
                  <a:lnTo>
                    <a:pt x="7126833" y="1259497"/>
                  </a:lnTo>
                  <a:lnTo>
                    <a:pt x="7179132" y="1246797"/>
                  </a:lnTo>
                  <a:lnTo>
                    <a:pt x="7864716" y="1246797"/>
                  </a:lnTo>
                  <a:lnTo>
                    <a:pt x="7916875" y="1259497"/>
                  </a:lnTo>
                  <a:lnTo>
                    <a:pt x="8020736" y="1259497"/>
                  </a:lnTo>
                  <a:lnTo>
                    <a:pt x="8072425" y="1272197"/>
                  </a:lnTo>
                  <a:lnTo>
                    <a:pt x="8175333" y="1272197"/>
                  </a:lnTo>
                  <a:lnTo>
                    <a:pt x="8226539" y="1284897"/>
                  </a:lnTo>
                  <a:lnTo>
                    <a:pt x="8277580" y="1284897"/>
                  </a:lnTo>
                  <a:lnTo>
                    <a:pt x="8328444" y="1297597"/>
                  </a:lnTo>
                  <a:lnTo>
                    <a:pt x="8379130" y="1297597"/>
                  </a:lnTo>
                  <a:lnTo>
                    <a:pt x="8429625" y="1310297"/>
                  </a:lnTo>
                  <a:lnTo>
                    <a:pt x="8479942" y="1310297"/>
                  </a:lnTo>
                  <a:lnTo>
                    <a:pt x="8530082" y="1322997"/>
                  </a:lnTo>
                  <a:lnTo>
                    <a:pt x="8580018" y="1322997"/>
                  </a:lnTo>
                  <a:lnTo>
                    <a:pt x="8679307" y="1348397"/>
                  </a:lnTo>
                  <a:lnTo>
                    <a:pt x="8728646" y="1348397"/>
                  </a:lnTo>
                  <a:lnTo>
                    <a:pt x="8826703" y="1373797"/>
                  </a:lnTo>
                  <a:lnTo>
                    <a:pt x="8875420" y="1373797"/>
                  </a:lnTo>
                  <a:lnTo>
                    <a:pt x="9243974" y="1462697"/>
                  </a:lnTo>
                  <a:lnTo>
                    <a:pt x="9294558" y="1488097"/>
                  </a:lnTo>
                  <a:lnTo>
                    <a:pt x="9491548" y="1538897"/>
                  </a:lnTo>
                  <a:lnTo>
                    <a:pt x="9539414" y="1564297"/>
                  </a:lnTo>
                  <a:lnTo>
                    <a:pt x="9633433" y="1589697"/>
                  </a:lnTo>
                  <a:lnTo>
                    <a:pt x="9679584" y="1615097"/>
                  </a:lnTo>
                  <a:lnTo>
                    <a:pt x="9725139" y="1627797"/>
                  </a:lnTo>
                  <a:lnTo>
                    <a:pt x="9770110" y="1653197"/>
                  </a:lnTo>
                  <a:lnTo>
                    <a:pt x="9814484" y="1665897"/>
                  </a:lnTo>
                  <a:lnTo>
                    <a:pt x="9858261" y="1691297"/>
                  </a:lnTo>
                  <a:lnTo>
                    <a:pt x="9901415" y="1703997"/>
                  </a:lnTo>
                  <a:lnTo>
                    <a:pt x="9943948" y="1729397"/>
                  </a:lnTo>
                  <a:lnTo>
                    <a:pt x="9985870" y="1742097"/>
                  </a:lnTo>
                  <a:lnTo>
                    <a:pt x="10036048" y="1767497"/>
                  </a:lnTo>
                  <a:lnTo>
                    <a:pt x="10085159" y="1792897"/>
                  </a:lnTo>
                  <a:lnTo>
                    <a:pt x="10133139" y="1818297"/>
                  </a:lnTo>
                  <a:lnTo>
                    <a:pt x="10179990" y="1843697"/>
                  </a:lnTo>
                  <a:lnTo>
                    <a:pt x="10225659" y="1881797"/>
                  </a:lnTo>
                  <a:lnTo>
                    <a:pt x="10270134" y="1907197"/>
                  </a:lnTo>
                  <a:lnTo>
                    <a:pt x="10313378" y="1932597"/>
                  </a:lnTo>
                  <a:lnTo>
                    <a:pt x="10355364" y="1957997"/>
                  </a:lnTo>
                  <a:lnTo>
                    <a:pt x="10396068" y="1983397"/>
                  </a:lnTo>
                  <a:lnTo>
                    <a:pt x="10435463" y="2021497"/>
                  </a:lnTo>
                  <a:lnTo>
                    <a:pt x="10473499" y="2046897"/>
                  </a:lnTo>
                  <a:lnTo>
                    <a:pt x="10510177" y="2072297"/>
                  </a:lnTo>
                  <a:lnTo>
                    <a:pt x="10545458" y="2110397"/>
                  </a:lnTo>
                  <a:lnTo>
                    <a:pt x="10579303" y="2135797"/>
                  </a:lnTo>
                  <a:lnTo>
                    <a:pt x="10611688" y="2161197"/>
                  </a:lnTo>
                  <a:lnTo>
                    <a:pt x="10642600" y="2199297"/>
                  </a:lnTo>
                  <a:lnTo>
                    <a:pt x="10671988" y="2224697"/>
                  </a:lnTo>
                  <a:lnTo>
                    <a:pt x="10699826" y="2262797"/>
                  </a:lnTo>
                  <a:lnTo>
                    <a:pt x="10737012" y="2300897"/>
                  </a:lnTo>
                  <a:lnTo>
                    <a:pt x="10771022" y="2351697"/>
                  </a:lnTo>
                  <a:lnTo>
                    <a:pt x="10801833" y="2389797"/>
                  </a:lnTo>
                  <a:lnTo>
                    <a:pt x="10829442" y="2440597"/>
                  </a:lnTo>
                  <a:lnTo>
                    <a:pt x="10853852" y="2491397"/>
                  </a:lnTo>
                  <a:lnTo>
                    <a:pt x="10875035" y="2529497"/>
                  </a:lnTo>
                  <a:lnTo>
                    <a:pt x="10892981" y="2580297"/>
                  </a:lnTo>
                  <a:lnTo>
                    <a:pt x="10907687" y="2631097"/>
                  </a:lnTo>
                  <a:lnTo>
                    <a:pt x="10919155" y="2669197"/>
                  </a:lnTo>
                  <a:lnTo>
                    <a:pt x="10927347" y="2719997"/>
                  </a:lnTo>
                  <a:lnTo>
                    <a:pt x="10932274" y="2770797"/>
                  </a:lnTo>
                  <a:lnTo>
                    <a:pt x="10933913" y="2808897"/>
                  </a:lnTo>
                  <a:lnTo>
                    <a:pt x="10933913" y="2199614"/>
                  </a:lnTo>
                  <a:lnTo>
                    <a:pt x="10905554" y="2161197"/>
                  </a:lnTo>
                  <a:lnTo>
                    <a:pt x="10860126" y="2110397"/>
                  </a:lnTo>
                  <a:lnTo>
                    <a:pt x="10811193" y="2059597"/>
                  </a:lnTo>
                  <a:lnTo>
                    <a:pt x="10758818" y="2008797"/>
                  </a:lnTo>
                  <a:lnTo>
                    <a:pt x="10703077" y="1957997"/>
                  </a:lnTo>
                  <a:lnTo>
                    <a:pt x="10673969" y="1932597"/>
                  </a:lnTo>
                  <a:lnTo>
                    <a:pt x="10644035" y="1907197"/>
                  </a:lnTo>
                  <a:lnTo>
                    <a:pt x="10613288" y="1881797"/>
                  </a:lnTo>
                  <a:lnTo>
                    <a:pt x="10581754" y="1856397"/>
                  </a:lnTo>
                  <a:lnTo>
                    <a:pt x="10549433" y="1830997"/>
                  </a:lnTo>
                  <a:lnTo>
                    <a:pt x="10516324" y="1805597"/>
                  </a:lnTo>
                  <a:lnTo>
                    <a:pt x="10482440" y="1780197"/>
                  </a:lnTo>
                  <a:lnTo>
                    <a:pt x="10447795" y="1754797"/>
                  </a:lnTo>
                  <a:lnTo>
                    <a:pt x="10412387" y="1729397"/>
                  </a:lnTo>
                  <a:lnTo>
                    <a:pt x="10376243" y="1716697"/>
                  </a:lnTo>
                  <a:lnTo>
                    <a:pt x="10339362" y="1691297"/>
                  </a:lnTo>
                  <a:lnTo>
                    <a:pt x="10301745" y="1665897"/>
                  </a:lnTo>
                  <a:lnTo>
                    <a:pt x="10263416" y="1640497"/>
                  </a:lnTo>
                  <a:lnTo>
                    <a:pt x="10224376" y="1627797"/>
                  </a:lnTo>
                  <a:lnTo>
                    <a:pt x="10184625" y="1602397"/>
                  </a:lnTo>
                  <a:lnTo>
                    <a:pt x="10144188" y="1576997"/>
                  </a:lnTo>
                  <a:lnTo>
                    <a:pt x="10103066" y="1564297"/>
                  </a:lnTo>
                  <a:lnTo>
                    <a:pt x="10018789" y="1513497"/>
                  </a:lnTo>
                  <a:lnTo>
                    <a:pt x="9975672" y="1500797"/>
                  </a:lnTo>
                  <a:lnTo>
                    <a:pt x="9931895" y="1475397"/>
                  </a:lnTo>
                  <a:lnTo>
                    <a:pt x="9887471" y="1462697"/>
                  </a:lnTo>
                  <a:lnTo>
                    <a:pt x="9842424" y="1437297"/>
                  </a:lnTo>
                  <a:lnTo>
                    <a:pt x="9796755" y="1424597"/>
                  </a:lnTo>
                  <a:lnTo>
                    <a:pt x="9750476" y="1399197"/>
                  </a:lnTo>
                  <a:lnTo>
                    <a:pt x="9656089" y="1373797"/>
                  </a:lnTo>
                  <a:lnTo>
                    <a:pt x="9608007" y="1348397"/>
                  </a:lnTo>
                  <a:lnTo>
                    <a:pt x="9460332" y="1310297"/>
                  </a:lnTo>
                  <a:lnTo>
                    <a:pt x="9409989" y="1284897"/>
                  </a:lnTo>
                  <a:lnTo>
                    <a:pt x="9255735" y="1246797"/>
                  </a:lnTo>
                  <a:lnTo>
                    <a:pt x="9203258" y="1234097"/>
                  </a:lnTo>
                  <a:lnTo>
                    <a:pt x="8709190" y="1119797"/>
                  </a:lnTo>
                  <a:lnTo>
                    <a:pt x="8652027" y="1119797"/>
                  </a:lnTo>
                  <a:lnTo>
                    <a:pt x="8536432" y="1094397"/>
                  </a:lnTo>
                  <a:lnTo>
                    <a:pt x="8478025" y="1094397"/>
                  </a:lnTo>
                  <a:lnTo>
                    <a:pt x="8360042" y="1068997"/>
                  </a:lnTo>
                  <a:lnTo>
                    <a:pt x="8300479" y="1068997"/>
                  </a:lnTo>
                  <a:lnTo>
                    <a:pt x="8240547" y="1056297"/>
                  </a:lnTo>
                  <a:lnTo>
                    <a:pt x="8119605" y="1056297"/>
                  </a:lnTo>
                  <a:lnTo>
                    <a:pt x="8058620" y="1043597"/>
                  </a:lnTo>
                  <a:lnTo>
                    <a:pt x="7935658" y="1043597"/>
                  </a:lnTo>
                  <a:lnTo>
                    <a:pt x="7873695" y="1030897"/>
                  </a:lnTo>
                  <a:lnTo>
                    <a:pt x="7117855" y="1030897"/>
                  </a:lnTo>
                  <a:lnTo>
                    <a:pt x="7055891" y="1043597"/>
                  </a:lnTo>
                  <a:lnTo>
                    <a:pt x="6932930" y="1043597"/>
                  </a:lnTo>
                  <a:lnTo>
                    <a:pt x="6871944" y="1056297"/>
                  </a:lnTo>
                  <a:lnTo>
                    <a:pt x="6751002" y="1056297"/>
                  </a:lnTo>
                  <a:lnTo>
                    <a:pt x="6691071" y="1068997"/>
                  </a:lnTo>
                  <a:lnTo>
                    <a:pt x="6631508" y="1068997"/>
                  </a:lnTo>
                  <a:lnTo>
                    <a:pt x="6513525" y="1094397"/>
                  </a:lnTo>
                  <a:lnTo>
                    <a:pt x="6455118" y="1094397"/>
                  </a:lnTo>
                  <a:lnTo>
                    <a:pt x="6339522" y="1119797"/>
                  </a:lnTo>
                  <a:lnTo>
                    <a:pt x="6282360" y="1119797"/>
                  </a:lnTo>
                  <a:lnTo>
                    <a:pt x="5788291" y="1234097"/>
                  </a:lnTo>
                  <a:lnTo>
                    <a:pt x="5581561" y="1284897"/>
                  </a:lnTo>
                  <a:lnTo>
                    <a:pt x="5531218" y="1310297"/>
                  </a:lnTo>
                  <a:lnTo>
                    <a:pt x="5383542" y="1348397"/>
                  </a:lnTo>
                  <a:lnTo>
                    <a:pt x="5335460" y="1373797"/>
                  </a:lnTo>
                  <a:lnTo>
                    <a:pt x="5241074" y="1399197"/>
                  </a:lnTo>
                  <a:lnTo>
                    <a:pt x="5194795" y="1424597"/>
                  </a:lnTo>
                  <a:lnTo>
                    <a:pt x="5149126" y="1437297"/>
                  </a:lnTo>
                  <a:lnTo>
                    <a:pt x="5104066" y="1462697"/>
                  </a:lnTo>
                  <a:lnTo>
                    <a:pt x="5059654" y="1475397"/>
                  </a:lnTo>
                  <a:lnTo>
                    <a:pt x="5015877" y="1500797"/>
                  </a:lnTo>
                  <a:lnTo>
                    <a:pt x="4972748" y="1513497"/>
                  </a:lnTo>
                  <a:lnTo>
                    <a:pt x="4888484" y="1564297"/>
                  </a:lnTo>
                  <a:lnTo>
                    <a:pt x="4847361" y="1576997"/>
                  </a:lnTo>
                  <a:lnTo>
                    <a:pt x="4806924" y="1602397"/>
                  </a:lnTo>
                  <a:lnTo>
                    <a:pt x="4767173" y="1627797"/>
                  </a:lnTo>
                  <a:lnTo>
                    <a:pt x="4728134" y="1640497"/>
                  </a:lnTo>
                  <a:lnTo>
                    <a:pt x="4689805" y="1665897"/>
                  </a:lnTo>
                  <a:lnTo>
                    <a:pt x="4652188" y="1691297"/>
                  </a:lnTo>
                  <a:lnTo>
                    <a:pt x="4615307" y="1716697"/>
                  </a:lnTo>
                  <a:lnTo>
                    <a:pt x="4579163" y="1729397"/>
                  </a:lnTo>
                  <a:lnTo>
                    <a:pt x="4543755" y="1754797"/>
                  </a:lnTo>
                  <a:lnTo>
                    <a:pt x="4509109" y="1780197"/>
                  </a:lnTo>
                  <a:lnTo>
                    <a:pt x="4475226" y="1805597"/>
                  </a:lnTo>
                  <a:lnTo>
                    <a:pt x="4442117" y="1830997"/>
                  </a:lnTo>
                  <a:lnTo>
                    <a:pt x="4409795" y="1856397"/>
                  </a:lnTo>
                  <a:lnTo>
                    <a:pt x="4378261" y="1881797"/>
                  </a:lnTo>
                  <a:lnTo>
                    <a:pt x="4347515" y="1907197"/>
                  </a:lnTo>
                  <a:lnTo>
                    <a:pt x="4317581" y="1932597"/>
                  </a:lnTo>
                  <a:lnTo>
                    <a:pt x="4288472" y="1957997"/>
                  </a:lnTo>
                  <a:lnTo>
                    <a:pt x="4232732" y="2008797"/>
                  </a:lnTo>
                  <a:lnTo>
                    <a:pt x="4180357" y="2059597"/>
                  </a:lnTo>
                  <a:lnTo>
                    <a:pt x="4131424" y="2110397"/>
                  </a:lnTo>
                  <a:lnTo>
                    <a:pt x="4085996" y="2161197"/>
                  </a:lnTo>
                  <a:lnTo>
                    <a:pt x="4044162" y="2224697"/>
                  </a:lnTo>
                  <a:lnTo>
                    <a:pt x="4024604" y="2250097"/>
                  </a:lnTo>
                  <a:lnTo>
                    <a:pt x="4005973" y="2275497"/>
                  </a:lnTo>
                  <a:lnTo>
                    <a:pt x="3988270" y="2300897"/>
                  </a:lnTo>
                  <a:lnTo>
                    <a:pt x="3971506" y="2326297"/>
                  </a:lnTo>
                  <a:lnTo>
                    <a:pt x="3955681" y="2364397"/>
                  </a:lnTo>
                  <a:lnTo>
                    <a:pt x="3940822" y="2389797"/>
                  </a:lnTo>
                  <a:lnTo>
                    <a:pt x="3926929" y="2415197"/>
                  </a:lnTo>
                  <a:lnTo>
                    <a:pt x="3914013" y="2453297"/>
                  </a:lnTo>
                  <a:lnTo>
                    <a:pt x="3902075" y="2478697"/>
                  </a:lnTo>
                  <a:lnTo>
                    <a:pt x="3891127" y="2504097"/>
                  </a:lnTo>
                  <a:lnTo>
                    <a:pt x="3881183" y="2542197"/>
                  </a:lnTo>
                  <a:lnTo>
                    <a:pt x="3872255" y="2567597"/>
                  </a:lnTo>
                  <a:lnTo>
                    <a:pt x="3864343" y="2592997"/>
                  </a:lnTo>
                  <a:lnTo>
                    <a:pt x="3857447" y="2631097"/>
                  </a:lnTo>
                  <a:lnTo>
                    <a:pt x="3851592" y="2656497"/>
                  </a:lnTo>
                  <a:lnTo>
                    <a:pt x="3846792" y="2694597"/>
                  </a:lnTo>
                  <a:lnTo>
                    <a:pt x="3843032" y="2719997"/>
                  </a:lnTo>
                  <a:lnTo>
                    <a:pt x="3840340" y="2745397"/>
                  </a:lnTo>
                  <a:lnTo>
                    <a:pt x="3838714" y="2783497"/>
                  </a:lnTo>
                  <a:lnTo>
                    <a:pt x="3838168" y="2808897"/>
                  </a:lnTo>
                  <a:lnTo>
                    <a:pt x="3838714" y="2846997"/>
                  </a:lnTo>
                  <a:lnTo>
                    <a:pt x="3840340" y="2872397"/>
                  </a:lnTo>
                  <a:lnTo>
                    <a:pt x="3843032" y="2910497"/>
                  </a:lnTo>
                  <a:lnTo>
                    <a:pt x="3846792" y="2935897"/>
                  </a:lnTo>
                  <a:lnTo>
                    <a:pt x="3851592" y="2961297"/>
                  </a:lnTo>
                  <a:lnTo>
                    <a:pt x="3857447" y="2999397"/>
                  </a:lnTo>
                  <a:lnTo>
                    <a:pt x="3864343" y="3024797"/>
                  </a:lnTo>
                  <a:lnTo>
                    <a:pt x="3872255" y="3062897"/>
                  </a:lnTo>
                  <a:lnTo>
                    <a:pt x="3881183" y="3088297"/>
                  </a:lnTo>
                  <a:lnTo>
                    <a:pt x="3891127" y="3113697"/>
                  </a:lnTo>
                  <a:lnTo>
                    <a:pt x="3902075" y="3151797"/>
                  </a:lnTo>
                  <a:lnTo>
                    <a:pt x="3914013" y="3177197"/>
                  </a:lnTo>
                  <a:lnTo>
                    <a:pt x="3926929" y="3202597"/>
                  </a:lnTo>
                  <a:lnTo>
                    <a:pt x="3940822" y="3240697"/>
                  </a:lnTo>
                  <a:lnTo>
                    <a:pt x="3955681" y="3266097"/>
                  </a:lnTo>
                  <a:lnTo>
                    <a:pt x="3971506" y="3291497"/>
                  </a:lnTo>
                  <a:lnTo>
                    <a:pt x="3988270" y="3316897"/>
                  </a:lnTo>
                  <a:lnTo>
                    <a:pt x="4005973" y="3354997"/>
                  </a:lnTo>
                  <a:lnTo>
                    <a:pt x="4044162" y="3405797"/>
                  </a:lnTo>
                  <a:lnTo>
                    <a:pt x="4085996" y="3456597"/>
                  </a:lnTo>
                  <a:lnTo>
                    <a:pt x="4108259" y="3481997"/>
                  </a:lnTo>
                  <a:lnTo>
                    <a:pt x="4131424" y="3520097"/>
                  </a:lnTo>
                  <a:lnTo>
                    <a:pt x="4180357" y="3570897"/>
                  </a:lnTo>
                  <a:lnTo>
                    <a:pt x="4232732" y="3621697"/>
                  </a:lnTo>
                  <a:lnTo>
                    <a:pt x="4288472" y="3672497"/>
                  </a:lnTo>
                  <a:lnTo>
                    <a:pt x="4317581" y="3697897"/>
                  </a:lnTo>
                  <a:lnTo>
                    <a:pt x="4347515" y="3723297"/>
                  </a:lnTo>
                  <a:lnTo>
                    <a:pt x="4378261" y="3748697"/>
                  </a:lnTo>
                  <a:lnTo>
                    <a:pt x="4409795" y="3774097"/>
                  </a:lnTo>
                  <a:lnTo>
                    <a:pt x="4442117" y="3799497"/>
                  </a:lnTo>
                  <a:lnTo>
                    <a:pt x="4475226" y="3824897"/>
                  </a:lnTo>
                  <a:lnTo>
                    <a:pt x="4509109" y="3850297"/>
                  </a:lnTo>
                  <a:lnTo>
                    <a:pt x="4543755" y="3862997"/>
                  </a:lnTo>
                  <a:lnTo>
                    <a:pt x="4579163" y="3888397"/>
                  </a:lnTo>
                  <a:lnTo>
                    <a:pt x="4615307" y="3913797"/>
                  </a:lnTo>
                  <a:lnTo>
                    <a:pt x="4652188" y="3939197"/>
                  </a:lnTo>
                  <a:lnTo>
                    <a:pt x="4689805" y="3964597"/>
                  </a:lnTo>
                  <a:lnTo>
                    <a:pt x="4728134" y="3977297"/>
                  </a:lnTo>
                  <a:lnTo>
                    <a:pt x="4767173" y="4002697"/>
                  </a:lnTo>
                  <a:lnTo>
                    <a:pt x="4806924" y="4028097"/>
                  </a:lnTo>
                  <a:lnTo>
                    <a:pt x="4847361" y="4040797"/>
                  </a:lnTo>
                  <a:lnTo>
                    <a:pt x="4930292" y="4091597"/>
                  </a:lnTo>
                  <a:lnTo>
                    <a:pt x="4972748" y="4104297"/>
                  </a:lnTo>
                  <a:lnTo>
                    <a:pt x="5015877" y="4129697"/>
                  </a:lnTo>
                  <a:lnTo>
                    <a:pt x="5059654" y="4142397"/>
                  </a:lnTo>
                  <a:lnTo>
                    <a:pt x="5104066" y="4167797"/>
                  </a:lnTo>
                  <a:lnTo>
                    <a:pt x="5149126" y="4180497"/>
                  </a:lnTo>
                  <a:lnTo>
                    <a:pt x="5194795" y="4205897"/>
                  </a:lnTo>
                  <a:lnTo>
                    <a:pt x="5241074" y="4218597"/>
                  </a:lnTo>
                  <a:lnTo>
                    <a:pt x="5287975" y="4243997"/>
                  </a:lnTo>
                  <a:lnTo>
                    <a:pt x="5383542" y="4269397"/>
                  </a:lnTo>
                  <a:lnTo>
                    <a:pt x="5432196" y="4294797"/>
                  </a:lnTo>
                  <a:lnTo>
                    <a:pt x="5632450" y="4345597"/>
                  </a:lnTo>
                  <a:lnTo>
                    <a:pt x="5683872" y="4370997"/>
                  </a:lnTo>
                  <a:lnTo>
                    <a:pt x="6113475" y="4472597"/>
                  </a:lnTo>
                  <a:lnTo>
                    <a:pt x="6169330" y="4472597"/>
                  </a:lnTo>
                  <a:lnTo>
                    <a:pt x="6397117" y="4523397"/>
                  </a:lnTo>
                  <a:lnTo>
                    <a:pt x="6455118" y="4523397"/>
                  </a:lnTo>
                  <a:lnTo>
                    <a:pt x="6572326" y="4548797"/>
                  </a:lnTo>
                  <a:lnTo>
                    <a:pt x="6631508" y="4548797"/>
                  </a:lnTo>
                  <a:lnTo>
                    <a:pt x="6691071" y="4561497"/>
                  </a:lnTo>
                  <a:lnTo>
                    <a:pt x="6751002" y="4561497"/>
                  </a:lnTo>
                  <a:lnTo>
                    <a:pt x="6811289" y="4574197"/>
                  </a:lnTo>
                  <a:lnTo>
                    <a:pt x="6932930" y="4574197"/>
                  </a:lnTo>
                  <a:lnTo>
                    <a:pt x="6994245" y="4586897"/>
                  </a:lnTo>
                  <a:lnTo>
                    <a:pt x="7117855" y="4586897"/>
                  </a:lnTo>
                  <a:lnTo>
                    <a:pt x="7180123" y="4599597"/>
                  </a:lnTo>
                  <a:lnTo>
                    <a:pt x="7811427" y="4599597"/>
                  </a:lnTo>
                  <a:lnTo>
                    <a:pt x="7873695" y="4586897"/>
                  </a:lnTo>
                  <a:lnTo>
                    <a:pt x="7997304" y="4586897"/>
                  </a:lnTo>
                  <a:lnTo>
                    <a:pt x="8058620" y="4574197"/>
                  </a:lnTo>
                  <a:lnTo>
                    <a:pt x="8180248" y="4574197"/>
                  </a:lnTo>
                  <a:lnTo>
                    <a:pt x="8240547" y="4561497"/>
                  </a:lnTo>
                  <a:lnTo>
                    <a:pt x="8300479" y="4561497"/>
                  </a:lnTo>
                  <a:lnTo>
                    <a:pt x="8360042" y="4548797"/>
                  </a:lnTo>
                  <a:lnTo>
                    <a:pt x="8419224" y="4548797"/>
                  </a:lnTo>
                  <a:lnTo>
                    <a:pt x="8536432" y="4523397"/>
                  </a:lnTo>
                  <a:lnTo>
                    <a:pt x="8594433" y="4523397"/>
                  </a:lnTo>
                  <a:lnTo>
                    <a:pt x="8765921" y="4485297"/>
                  </a:lnTo>
                  <a:lnTo>
                    <a:pt x="8822220" y="4485297"/>
                  </a:lnTo>
                  <a:lnTo>
                    <a:pt x="9255735" y="4383697"/>
                  </a:lnTo>
                  <a:lnTo>
                    <a:pt x="9307678" y="4370997"/>
                  </a:lnTo>
                  <a:lnTo>
                    <a:pt x="9359100" y="4345597"/>
                  </a:lnTo>
                  <a:lnTo>
                    <a:pt x="9559353" y="4294797"/>
                  </a:lnTo>
                  <a:lnTo>
                    <a:pt x="9608007" y="4269397"/>
                  </a:lnTo>
                  <a:lnTo>
                    <a:pt x="9703575" y="4243997"/>
                  </a:lnTo>
                  <a:lnTo>
                    <a:pt x="9750476" y="4218597"/>
                  </a:lnTo>
                  <a:lnTo>
                    <a:pt x="9796755" y="4205897"/>
                  </a:lnTo>
                  <a:lnTo>
                    <a:pt x="9842424" y="4180497"/>
                  </a:lnTo>
                  <a:lnTo>
                    <a:pt x="9887471" y="4167797"/>
                  </a:lnTo>
                  <a:lnTo>
                    <a:pt x="9931895" y="4142397"/>
                  </a:lnTo>
                  <a:lnTo>
                    <a:pt x="9975672" y="4129697"/>
                  </a:lnTo>
                  <a:lnTo>
                    <a:pt x="10018789" y="4104297"/>
                  </a:lnTo>
                  <a:lnTo>
                    <a:pt x="10061257" y="4091597"/>
                  </a:lnTo>
                  <a:lnTo>
                    <a:pt x="10144188" y="4040797"/>
                  </a:lnTo>
                  <a:lnTo>
                    <a:pt x="10184625" y="4028097"/>
                  </a:lnTo>
                  <a:lnTo>
                    <a:pt x="10224376" y="4002697"/>
                  </a:lnTo>
                  <a:lnTo>
                    <a:pt x="10263416" y="3977297"/>
                  </a:lnTo>
                  <a:lnTo>
                    <a:pt x="10301745" y="3964597"/>
                  </a:lnTo>
                  <a:lnTo>
                    <a:pt x="10339362" y="3939197"/>
                  </a:lnTo>
                  <a:lnTo>
                    <a:pt x="10376243" y="3913797"/>
                  </a:lnTo>
                  <a:lnTo>
                    <a:pt x="10412387" y="3888397"/>
                  </a:lnTo>
                  <a:lnTo>
                    <a:pt x="10447795" y="3862997"/>
                  </a:lnTo>
                  <a:lnTo>
                    <a:pt x="10482440" y="3850297"/>
                  </a:lnTo>
                  <a:lnTo>
                    <a:pt x="10516324" y="3824897"/>
                  </a:lnTo>
                  <a:lnTo>
                    <a:pt x="10549433" y="3799497"/>
                  </a:lnTo>
                  <a:lnTo>
                    <a:pt x="10581754" y="3774097"/>
                  </a:lnTo>
                  <a:lnTo>
                    <a:pt x="10613288" y="3748697"/>
                  </a:lnTo>
                  <a:lnTo>
                    <a:pt x="10644035" y="3723297"/>
                  </a:lnTo>
                  <a:lnTo>
                    <a:pt x="10673969" y="3697897"/>
                  </a:lnTo>
                  <a:lnTo>
                    <a:pt x="10703077" y="3672497"/>
                  </a:lnTo>
                  <a:lnTo>
                    <a:pt x="10758818" y="3621697"/>
                  </a:lnTo>
                  <a:lnTo>
                    <a:pt x="10811193" y="3570897"/>
                  </a:lnTo>
                  <a:lnTo>
                    <a:pt x="10860126" y="3520097"/>
                  </a:lnTo>
                  <a:lnTo>
                    <a:pt x="10883290" y="3481997"/>
                  </a:lnTo>
                  <a:lnTo>
                    <a:pt x="10905554" y="3456597"/>
                  </a:lnTo>
                  <a:lnTo>
                    <a:pt x="10947387" y="3405797"/>
                  </a:lnTo>
                  <a:lnTo>
                    <a:pt x="10985576" y="3354997"/>
                  </a:lnTo>
                  <a:lnTo>
                    <a:pt x="11003280" y="3316897"/>
                  </a:lnTo>
                  <a:lnTo>
                    <a:pt x="11020044" y="3291497"/>
                  </a:lnTo>
                  <a:lnTo>
                    <a:pt x="11035868" y="3266097"/>
                  </a:lnTo>
                  <a:lnTo>
                    <a:pt x="11050727" y="3240697"/>
                  </a:lnTo>
                  <a:lnTo>
                    <a:pt x="11064621" y="3202597"/>
                  </a:lnTo>
                  <a:lnTo>
                    <a:pt x="11077537" y="3177197"/>
                  </a:lnTo>
                  <a:lnTo>
                    <a:pt x="11089475" y="3151797"/>
                  </a:lnTo>
                  <a:lnTo>
                    <a:pt x="11100422" y="3113697"/>
                  </a:lnTo>
                  <a:lnTo>
                    <a:pt x="11110366" y="3088297"/>
                  </a:lnTo>
                  <a:lnTo>
                    <a:pt x="11119295" y="3062897"/>
                  </a:lnTo>
                  <a:lnTo>
                    <a:pt x="11127207" y="3024797"/>
                  </a:lnTo>
                  <a:lnTo>
                    <a:pt x="11134103" y="2999397"/>
                  </a:lnTo>
                  <a:lnTo>
                    <a:pt x="11139957" y="2961297"/>
                  </a:lnTo>
                  <a:lnTo>
                    <a:pt x="11144758" y="2935897"/>
                  </a:lnTo>
                  <a:lnTo>
                    <a:pt x="11148517" y="2910497"/>
                  </a:lnTo>
                  <a:lnTo>
                    <a:pt x="11151210" y="2872397"/>
                  </a:lnTo>
                  <a:lnTo>
                    <a:pt x="11152835" y="2846997"/>
                  </a:lnTo>
                  <a:lnTo>
                    <a:pt x="11153369" y="28088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35500" y="2310622"/>
              <a:ext cx="2552065" cy="1536700"/>
            </a:xfrm>
            <a:custGeom>
              <a:avLst/>
              <a:gdLst/>
              <a:ahLst/>
              <a:cxnLst/>
              <a:rect l="l" t="t" r="r" b="b"/>
              <a:pathLst>
                <a:path w="2552065" h="1536700">
                  <a:moveTo>
                    <a:pt x="1510803" y="12699"/>
                  </a:moveTo>
                  <a:lnTo>
                    <a:pt x="1040661" y="12699"/>
                  </a:lnTo>
                  <a:lnTo>
                    <a:pt x="1098264" y="0"/>
                  </a:lnTo>
                  <a:lnTo>
                    <a:pt x="1453200" y="0"/>
                  </a:lnTo>
                  <a:lnTo>
                    <a:pt x="1510803" y="12699"/>
                  </a:lnTo>
                  <a:close/>
                </a:path>
                <a:path w="2552065" h="1536700">
                  <a:moveTo>
                    <a:pt x="1158848" y="1511299"/>
                  </a:moveTo>
                  <a:lnTo>
                    <a:pt x="928156" y="1511299"/>
                  </a:lnTo>
                  <a:lnTo>
                    <a:pt x="819668" y="1485899"/>
                  </a:lnTo>
                  <a:lnTo>
                    <a:pt x="665558" y="1447799"/>
                  </a:lnTo>
                  <a:lnTo>
                    <a:pt x="616736" y="1422399"/>
                  </a:lnTo>
                  <a:lnTo>
                    <a:pt x="569292" y="1409699"/>
                  </a:lnTo>
                  <a:lnTo>
                    <a:pt x="523287" y="1384299"/>
                  </a:lnTo>
                  <a:lnTo>
                    <a:pt x="478785" y="1371599"/>
                  </a:lnTo>
                  <a:lnTo>
                    <a:pt x="435847" y="1346199"/>
                  </a:lnTo>
                  <a:lnTo>
                    <a:pt x="394535" y="1320799"/>
                  </a:lnTo>
                  <a:lnTo>
                    <a:pt x="354913" y="1295399"/>
                  </a:lnTo>
                  <a:lnTo>
                    <a:pt x="317041" y="1269999"/>
                  </a:lnTo>
                  <a:lnTo>
                    <a:pt x="280982" y="1244599"/>
                  </a:lnTo>
                  <a:lnTo>
                    <a:pt x="246799" y="1219199"/>
                  </a:lnTo>
                  <a:lnTo>
                    <a:pt x="214554" y="1193799"/>
                  </a:lnTo>
                  <a:lnTo>
                    <a:pt x="184308" y="1168399"/>
                  </a:lnTo>
                  <a:lnTo>
                    <a:pt x="156125" y="1130299"/>
                  </a:lnTo>
                  <a:lnTo>
                    <a:pt x="130066" y="1104899"/>
                  </a:lnTo>
                  <a:lnTo>
                    <a:pt x="106193" y="1066799"/>
                  </a:lnTo>
                  <a:lnTo>
                    <a:pt x="84569" y="1041399"/>
                  </a:lnTo>
                  <a:lnTo>
                    <a:pt x="65256" y="1003299"/>
                  </a:lnTo>
                  <a:lnTo>
                    <a:pt x="48317" y="977899"/>
                  </a:lnTo>
                  <a:lnTo>
                    <a:pt x="33812" y="939799"/>
                  </a:lnTo>
                  <a:lnTo>
                    <a:pt x="21806" y="901699"/>
                  </a:lnTo>
                  <a:lnTo>
                    <a:pt x="12359" y="876299"/>
                  </a:lnTo>
                  <a:lnTo>
                    <a:pt x="5534" y="838199"/>
                  </a:lnTo>
                  <a:lnTo>
                    <a:pt x="1393" y="800099"/>
                  </a:lnTo>
                  <a:lnTo>
                    <a:pt x="0" y="761999"/>
                  </a:lnTo>
                  <a:lnTo>
                    <a:pt x="1393" y="723899"/>
                  </a:lnTo>
                  <a:lnTo>
                    <a:pt x="12359" y="660399"/>
                  </a:lnTo>
                  <a:lnTo>
                    <a:pt x="21806" y="622299"/>
                  </a:lnTo>
                  <a:lnTo>
                    <a:pt x="33812" y="584199"/>
                  </a:lnTo>
                  <a:lnTo>
                    <a:pt x="48317" y="558799"/>
                  </a:lnTo>
                  <a:lnTo>
                    <a:pt x="65256" y="520699"/>
                  </a:lnTo>
                  <a:lnTo>
                    <a:pt x="84569" y="495299"/>
                  </a:lnTo>
                  <a:lnTo>
                    <a:pt x="106193" y="457199"/>
                  </a:lnTo>
                  <a:lnTo>
                    <a:pt x="130066" y="431799"/>
                  </a:lnTo>
                  <a:lnTo>
                    <a:pt x="156125" y="393699"/>
                  </a:lnTo>
                  <a:lnTo>
                    <a:pt x="184308" y="368299"/>
                  </a:lnTo>
                  <a:lnTo>
                    <a:pt x="214554" y="342899"/>
                  </a:lnTo>
                  <a:lnTo>
                    <a:pt x="246799" y="304799"/>
                  </a:lnTo>
                  <a:lnTo>
                    <a:pt x="280982" y="279399"/>
                  </a:lnTo>
                  <a:lnTo>
                    <a:pt x="317041" y="253999"/>
                  </a:lnTo>
                  <a:lnTo>
                    <a:pt x="354913" y="228599"/>
                  </a:lnTo>
                  <a:lnTo>
                    <a:pt x="394535" y="203199"/>
                  </a:lnTo>
                  <a:lnTo>
                    <a:pt x="435847" y="190499"/>
                  </a:lnTo>
                  <a:lnTo>
                    <a:pt x="478785" y="165099"/>
                  </a:lnTo>
                  <a:lnTo>
                    <a:pt x="523287" y="139699"/>
                  </a:lnTo>
                  <a:lnTo>
                    <a:pt x="569292" y="126999"/>
                  </a:lnTo>
                  <a:lnTo>
                    <a:pt x="616736" y="101599"/>
                  </a:lnTo>
                  <a:lnTo>
                    <a:pt x="767086" y="63499"/>
                  </a:lnTo>
                  <a:lnTo>
                    <a:pt x="983937" y="12699"/>
                  </a:lnTo>
                  <a:lnTo>
                    <a:pt x="1275732" y="12699"/>
                  </a:lnTo>
                  <a:lnTo>
                    <a:pt x="1216944" y="25399"/>
                  </a:lnTo>
                  <a:lnTo>
                    <a:pt x="1044972" y="25399"/>
                  </a:lnTo>
                  <a:lnTo>
                    <a:pt x="934588" y="50799"/>
                  </a:lnTo>
                  <a:lnTo>
                    <a:pt x="880856" y="50799"/>
                  </a:lnTo>
                  <a:lnTo>
                    <a:pt x="726228" y="88899"/>
                  </a:lnTo>
                  <a:lnTo>
                    <a:pt x="677075" y="114299"/>
                  </a:lnTo>
                  <a:lnTo>
                    <a:pt x="582719" y="139699"/>
                  </a:lnTo>
                  <a:lnTo>
                    <a:pt x="537636" y="165099"/>
                  </a:lnTo>
                  <a:lnTo>
                    <a:pt x="494030" y="177799"/>
                  </a:lnTo>
                  <a:lnTo>
                    <a:pt x="451963" y="203199"/>
                  </a:lnTo>
                  <a:lnTo>
                    <a:pt x="411493" y="228599"/>
                  </a:lnTo>
                  <a:lnTo>
                    <a:pt x="372682" y="253999"/>
                  </a:lnTo>
                  <a:lnTo>
                    <a:pt x="335591" y="279399"/>
                  </a:lnTo>
                  <a:lnTo>
                    <a:pt x="300279" y="292099"/>
                  </a:lnTo>
                  <a:lnTo>
                    <a:pt x="266807" y="330199"/>
                  </a:lnTo>
                  <a:lnTo>
                    <a:pt x="235236" y="355599"/>
                  </a:lnTo>
                  <a:lnTo>
                    <a:pt x="205625" y="380999"/>
                  </a:lnTo>
                  <a:lnTo>
                    <a:pt x="178036" y="406399"/>
                  </a:lnTo>
                  <a:lnTo>
                    <a:pt x="152529" y="431799"/>
                  </a:lnTo>
                  <a:lnTo>
                    <a:pt x="129164" y="469899"/>
                  </a:lnTo>
                  <a:lnTo>
                    <a:pt x="108002" y="495299"/>
                  </a:lnTo>
                  <a:lnTo>
                    <a:pt x="89104" y="533399"/>
                  </a:lnTo>
                  <a:lnTo>
                    <a:pt x="72529" y="558799"/>
                  </a:lnTo>
                  <a:lnTo>
                    <a:pt x="58338" y="596899"/>
                  </a:lnTo>
                  <a:lnTo>
                    <a:pt x="37350" y="660399"/>
                  </a:lnTo>
                  <a:lnTo>
                    <a:pt x="30675" y="698499"/>
                  </a:lnTo>
                  <a:lnTo>
                    <a:pt x="25262" y="761999"/>
                  </a:lnTo>
                  <a:lnTo>
                    <a:pt x="26625" y="800099"/>
                  </a:lnTo>
                  <a:lnTo>
                    <a:pt x="30675" y="838199"/>
                  </a:lnTo>
                  <a:lnTo>
                    <a:pt x="37350" y="863599"/>
                  </a:lnTo>
                  <a:lnTo>
                    <a:pt x="46592" y="901699"/>
                  </a:lnTo>
                  <a:lnTo>
                    <a:pt x="58338" y="939799"/>
                  </a:lnTo>
                  <a:lnTo>
                    <a:pt x="72529" y="965199"/>
                  </a:lnTo>
                  <a:lnTo>
                    <a:pt x="89104" y="1003299"/>
                  </a:lnTo>
                  <a:lnTo>
                    <a:pt x="108002" y="1028699"/>
                  </a:lnTo>
                  <a:lnTo>
                    <a:pt x="129164" y="1066799"/>
                  </a:lnTo>
                  <a:lnTo>
                    <a:pt x="152529" y="1092199"/>
                  </a:lnTo>
                  <a:lnTo>
                    <a:pt x="178036" y="1117599"/>
                  </a:lnTo>
                  <a:lnTo>
                    <a:pt x="205625" y="1155699"/>
                  </a:lnTo>
                  <a:lnTo>
                    <a:pt x="235236" y="1181099"/>
                  </a:lnTo>
                  <a:lnTo>
                    <a:pt x="266807" y="1206499"/>
                  </a:lnTo>
                  <a:lnTo>
                    <a:pt x="300279" y="1231899"/>
                  </a:lnTo>
                  <a:lnTo>
                    <a:pt x="335591" y="1257299"/>
                  </a:lnTo>
                  <a:lnTo>
                    <a:pt x="372682" y="1282699"/>
                  </a:lnTo>
                  <a:lnTo>
                    <a:pt x="411493" y="1308099"/>
                  </a:lnTo>
                  <a:lnTo>
                    <a:pt x="451963" y="1320799"/>
                  </a:lnTo>
                  <a:lnTo>
                    <a:pt x="494030" y="1346199"/>
                  </a:lnTo>
                  <a:lnTo>
                    <a:pt x="537636" y="1371599"/>
                  </a:lnTo>
                  <a:lnTo>
                    <a:pt x="582719" y="1384299"/>
                  </a:lnTo>
                  <a:lnTo>
                    <a:pt x="629219" y="1409699"/>
                  </a:lnTo>
                  <a:lnTo>
                    <a:pt x="776615" y="1447799"/>
                  </a:lnTo>
                  <a:lnTo>
                    <a:pt x="934588" y="1485899"/>
                  </a:lnTo>
                  <a:lnTo>
                    <a:pt x="989314" y="1485899"/>
                  </a:lnTo>
                  <a:lnTo>
                    <a:pt x="1044972" y="1498599"/>
                  </a:lnTo>
                  <a:lnTo>
                    <a:pt x="1101504" y="1498599"/>
                  </a:lnTo>
                  <a:lnTo>
                    <a:pt x="1158848" y="1511299"/>
                  </a:lnTo>
                  <a:close/>
                </a:path>
                <a:path w="2552065" h="1536700">
                  <a:moveTo>
                    <a:pt x="1623308" y="1511299"/>
                  </a:moveTo>
                  <a:lnTo>
                    <a:pt x="1392616" y="1511299"/>
                  </a:lnTo>
                  <a:lnTo>
                    <a:pt x="1449960" y="1498599"/>
                  </a:lnTo>
                  <a:lnTo>
                    <a:pt x="1506491" y="1498599"/>
                  </a:lnTo>
                  <a:lnTo>
                    <a:pt x="1562150" y="1485899"/>
                  </a:lnTo>
                  <a:lnTo>
                    <a:pt x="1616876" y="1485899"/>
                  </a:lnTo>
                  <a:lnTo>
                    <a:pt x="1774848" y="1447799"/>
                  </a:lnTo>
                  <a:lnTo>
                    <a:pt x="1922245" y="1409699"/>
                  </a:lnTo>
                  <a:lnTo>
                    <a:pt x="1968745" y="1384299"/>
                  </a:lnTo>
                  <a:lnTo>
                    <a:pt x="2013828" y="1371599"/>
                  </a:lnTo>
                  <a:lnTo>
                    <a:pt x="2057433" y="1346199"/>
                  </a:lnTo>
                  <a:lnTo>
                    <a:pt x="2099501" y="1320799"/>
                  </a:lnTo>
                  <a:lnTo>
                    <a:pt x="2139971" y="1308099"/>
                  </a:lnTo>
                  <a:lnTo>
                    <a:pt x="2178781" y="1282699"/>
                  </a:lnTo>
                  <a:lnTo>
                    <a:pt x="2215873" y="1257299"/>
                  </a:lnTo>
                  <a:lnTo>
                    <a:pt x="2251185" y="1231899"/>
                  </a:lnTo>
                  <a:lnTo>
                    <a:pt x="2284657" y="1206499"/>
                  </a:lnTo>
                  <a:lnTo>
                    <a:pt x="2316228" y="1181099"/>
                  </a:lnTo>
                  <a:lnTo>
                    <a:pt x="2345839" y="1155699"/>
                  </a:lnTo>
                  <a:lnTo>
                    <a:pt x="2373428" y="1117599"/>
                  </a:lnTo>
                  <a:lnTo>
                    <a:pt x="2398935" y="1092199"/>
                  </a:lnTo>
                  <a:lnTo>
                    <a:pt x="2422299" y="1066799"/>
                  </a:lnTo>
                  <a:lnTo>
                    <a:pt x="2443461" y="1028699"/>
                  </a:lnTo>
                  <a:lnTo>
                    <a:pt x="2462360" y="1003299"/>
                  </a:lnTo>
                  <a:lnTo>
                    <a:pt x="2478935" y="965199"/>
                  </a:lnTo>
                  <a:lnTo>
                    <a:pt x="2493126" y="939799"/>
                  </a:lnTo>
                  <a:lnTo>
                    <a:pt x="2504872" y="901699"/>
                  </a:lnTo>
                  <a:lnTo>
                    <a:pt x="2514113" y="863599"/>
                  </a:lnTo>
                  <a:lnTo>
                    <a:pt x="2520789" y="838199"/>
                  </a:lnTo>
                  <a:lnTo>
                    <a:pt x="2524839" y="800099"/>
                  </a:lnTo>
                  <a:lnTo>
                    <a:pt x="2526202" y="761999"/>
                  </a:lnTo>
                  <a:lnTo>
                    <a:pt x="2524839" y="723899"/>
                  </a:lnTo>
                  <a:lnTo>
                    <a:pt x="2514113" y="660399"/>
                  </a:lnTo>
                  <a:lnTo>
                    <a:pt x="2504872" y="622299"/>
                  </a:lnTo>
                  <a:lnTo>
                    <a:pt x="2493126" y="596899"/>
                  </a:lnTo>
                  <a:lnTo>
                    <a:pt x="2478935" y="558799"/>
                  </a:lnTo>
                  <a:lnTo>
                    <a:pt x="2462360" y="533399"/>
                  </a:lnTo>
                  <a:lnTo>
                    <a:pt x="2443461" y="495299"/>
                  </a:lnTo>
                  <a:lnTo>
                    <a:pt x="2422299" y="469899"/>
                  </a:lnTo>
                  <a:lnTo>
                    <a:pt x="2398935" y="431799"/>
                  </a:lnTo>
                  <a:lnTo>
                    <a:pt x="2345839" y="380999"/>
                  </a:lnTo>
                  <a:lnTo>
                    <a:pt x="2316228" y="355599"/>
                  </a:lnTo>
                  <a:lnTo>
                    <a:pt x="2284657" y="330199"/>
                  </a:lnTo>
                  <a:lnTo>
                    <a:pt x="2251185" y="292099"/>
                  </a:lnTo>
                  <a:lnTo>
                    <a:pt x="2215873" y="279399"/>
                  </a:lnTo>
                  <a:lnTo>
                    <a:pt x="2178781" y="253999"/>
                  </a:lnTo>
                  <a:lnTo>
                    <a:pt x="2139971" y="228599"/>
                  </a:lnTo>
                  <a:lnTo>
                    <a:pt x="2099501" y="203199"/>
                  </a:lnTo>
                  <a:lnTo>
                    <a:pt x="2057433" y="177799"/>
                  </a:lnTo>
                  <a:lnTo>
                    <a:pt x="2013828" y="165099"/>
                  </a:lnTo>
                  <a:lnTo>
                    <a:pt x="1968745" y="139699"/>
                  </a:lnTo>
                  <a:lnTo>
                    <a:pt x="1874389" y="114299"/>
                  </a:lnTo>
                  <a:lnTo>
                    <a:pt x="1825236" y="88899"/>
                  </a:lnTo>
                  <a:lnTo>
                    <a:pt x="1670608" y="50799"/>
                  </a:lnTo>
                  <a:lnTo>
                    <a:pt x="1616876" y="50799"/>
                  </a:lnTo>
                  <a:lnTo>
                    <a:pt x="1506491" y="25399"/>
                  </a:lnTo>
                  <a:lnTo>
                    <a:pt x="1334519" y="25399"/>
                  </a:lnTo>
                  <a:lnTo>
                    <a:pt x="1275732" y="12699"/>
                  </a:lnTo>
                  <a:lnTo>
                    <a:pt x="1567527" y="12699"/>
                  </a:lnTo>
                  <a:lnTo>
                    <a:pt x="1784378" y="63499"/>
                  </a:lnTo>
                  <a:lnTo>
                    <a:pt x="1934728" y="101599"/>
                  </a:lnTo>
                  <a:lnTo>
                    <a:pt x="1982172" y="126999"/>
                  </a:lnTo>
                  <a:lnTo>
                    <a:pt x="2028177" y="139699"/>
                  </a:lnTo>
                  <a:lnTo>
                    <a:pt x="2072679" y="165099"/>
                  </a:lnTo>
                  <a:lnTo>
                    <a:pt x="2115617" y="190499"/>
                  </a:lnTo>
                  <a:lnTo>
                    <a:pt x="2156928" y="203199"/>
                  </a:lnTo>
                  <a:lnTo>
                    <a:pt x="2196551" y="228599"/>
                  </a:lnTo>
                  <a:lnTo>
                    <a:pt x="2234423" y="253999"/>
                  </a:lnTo>
                  <a:lnTo>
                    <a:pt x="2270481" y="279399"/>
                  </a:lnTo>
                  <a:lnTo>
                    <a:pt x="2304664" y="304799"/>
                  </a:lnTo>
                  <a:lnTo>
                    <a:pt x="2336910" y="342899"/>
                  </a:lnTo>
                  <a:lnTo>
                    <a:pt x="2367155" y="368299"/>
                  </a:lnTo>
                  <a:lnTo>
                    <a:pt x="2395339" y="393699"/>
                  </a:lnTo>
                  <a:lnTo>
                    <a:pt x="2421398" y="431799"/>
                  </a:lnTo>
                  <a:lnTo>
                    <a:pt x="2445271" y="457199"/>
                  </a:lnTo>
                  <a:lnTo>
                    <a:pt x="2466894" y="495299"/>
                  </a:lnTo>
                  <a:lnTo>
                    <a:pt x="2486207" y="520699"/>
                  </a:lnTo>
                  <a:lnTo>
                    <a:pt x="2503147" y="558799"/>
                  </a:lnTo>
                  <a:lnTo>
                    <a:pt x="2529658" y="622299"/>
                  </a:lnTo>
                  <a:lnTo>
                    <a:pt x="2539105" y="660399"/>
                  </a:lnTo>
                  <a:lnTo>
                    <a:pt x="2545930" y="698499"/>
                  </a:lnTo>
                  <a:lnTo>
                    <a:pt x="2551464" y="761999"/>
                  </a:lnTo>
                  <a:lnTo>
                    <a:pt x="2550070" y="800099"/>
                  </a:lnTo>
                  <a:lnTo>
                    <a:pt x="2545930" y="838199"/>
                  </a:lnTo>
                  <a:lnTo>
                    <a:pt x="2539105" y="876299"/>
                  </a:lnTo>
                  <a:lnTo>
                    <a:pt x="2529658" y="901699"/>
                  </a:lnTo>
                  <a:lnTo>
                    <a:pt x="2517651" y="939799"/>
                  </a:lnTo>
                  <a:lnTo>
                    <a:pt x="2503147" y="977899"/>
                  </a:lnTo>
                  <a:lnTo>
                    <a:pt x="2486207" y="1003299"/>
                  </a:lnTo>
                  <a:lnTo>
                    <a:pt x="2466894" y="1041399"/>
                  </a:lnTo>
                  <a:lnTo>
                    <a:pt x="2445271" y="1066799"/>
                  </a:lnTo>
                  <a:lnTo>
                    <a:pt x="2421398" y="1104899"/>
                  </a:lnTo>
                  <a:lnTo>
                    <a:pt x="2395339" y="1130299"/>
                  </a:lnTo>
                  <a:lnTo>
                    <a:pt x="2367155" y="1168399"/>
                  </a:lnTo>
                  <a:lnTo>
                    <a:pt x="2336910" y="1193799"/>
                  </a:lnTo>
                  <a:lnTo>
                    <a:pt x="2304664" y="1219199"/>
                  </a:lnTo>
                  <a:lnTo>
                    <a:pt x="2270481" y="1244599"/>
                  </a:lnTo>
                  <a:lnTo>
                    <a:pt x="2234423" y="1269999"/>
                  </a:lnTo>
                  <a:lnTo>
                    <a:pt x="2196551" y="1295399"/>
                  </a:lnTo>
                  <a:lnTo>
                    <a:pt x="2156928" y="1320799"/>
                  </a:lnTo>
                  <a:lnTo>
                    <a:pt x="2115617" y="1346199"/>
                  </a:lnTo>
                  <a:lnTo>
                    <a:pt x="2072679" y="1371599"/>
                  </a:lnTo>
                  <a:lnTo>
                    <a:pt x="2028177" y="1384299"/>
                  </a:lnTo>
                  <a:lnTo>
                    <a:pt x="1982172" y="1409699"/>
                  </a:lnTo>
                  <a:lnTo>
                    <a:pt x="1934728" y="1422399"/>
                  </a:lnTo>
                  <a:lnTo>
                    <a:pt x="1885906" y="1447799"/>
                  </a:lnTo>
                  <a:lnTo>
                    <a:pt x="1731796" y="1485899"/>
                  </a:lnTo>
                  <a:lnTo>
                    <a:pt x="1623308" y="1511299"/>
                  </a:lnTo>
                  <a:close/>
                </a:path>
                <a:path w="2552065" h="1536700">
                  <a:moveTo>
                    <a:pt x="1510803" y="1523999"/>
                  </a:moveTo>
                  <a:lnTo>
                    <a:pt x="1040661" y="1523999"/>
                  </a:lnTo>
                  <a:lnTo>
                    <a:pt x="983937" y="1511299"/>
                  </a:lnTo>
                  <a:lnTo>
                    <a:pt x="1567527" y="1511299"/>
                  </a:lnTo>
                  <a:lnTo>
                    <a:pt x="1510803" y="1523999"/>
                  </a:lnTo>
                  <a:close/>
                </a:path>
                <a:path w="2552065" h="1536700">
                  <a:moveTo>
                    <a:pt x="1394778" y="1536699"/>
                  </a:moveTo>
                  <a:lnTo>
                    <a:pt x="1156685" y="1536699"/>
                  </a:lnTo>
                  <a:lnTo>
                    <a:pt x="1098264" y="1523999"/>
                  </a:lnTo>
                  <a:lnTo>
                    <a:pt x="1453200" y="1523999"/>
                  </a:lnTo>
                  <a:lnTo>
                    <a:pt x="1394778" y="15366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237333" y="2058532"/>
              <a:ext cx="2526665" cy="1517650"/>
            </a:xfrm>
            <a:custGeom>
              <a:avLst/>
              <a:gdLst/>
              <a:ahLst/>
              <a:cxnLst/>
              <a:rect l="l" t="t" r="r" b="b"/>
              <a:pathLst>
                <a:path w="2526665" h="1517650">
                  <a:moveTo>
                    <a:pt x="1294004" y="1517525"/>
                  </a:moveTo>
                  <a:lnTo>
                    <a:pt x="1216516" y="1517239"/>
                  </a:lnTo>
                  <a:lnTo>
                    <a:pt x="1139200" y="1514099"/>
                  </a:lnTo>
                  <a:lnTo>
                    <a:pt x="1062351" y="1508117"/>
                  </a:lnTo>
                  <a:lnTo>
                    <a:pt x="986259" y="1499314"/>
                  </a:lnTo>
                  <a:lnTo>
                    <a:pt x="911208" y="1487725"/>
                  </a:lnTo>
                  <a:lnTo>
                    <a:pt x="837480" y="1473392"/>
                  </a:lnTo>
                  <a:lnTo>
                    <a:pt x="765353" y="1456370"/>
                  </a:lnTo>
                  <a:lnTo>
                    <a:pt x="695101" y="1436724"/>
                  </a:lnTo>
                  <a:lnTo>
                    <a:pt x="626987" y="1414526"/>
                  </a:lnTo>
                  <a:lnTo>
                    <a:pt x="561264" y="1389860"/>
                  </a:lnTo>
                  <a:lnTo>
                    <a:pt x="510577" y="1368412"/>
                  </a:lnTo>
                  <a:lnTo>
                    <a:pt x="461703" y="1345496"/>
                  </a:lnTo>
                  <a:lnTo>
                    <a:pt x="414759" y="1321167"/>
                  </a:lnTo>
                  <a:lnTo>
                    <a:pt x="369858" y="1295483"/>
                  </a:lnTo>
                  <a:lnTo>
                    <a:pt x="327109" y="1268507"/>
                  </a:lnTo>
                  <a:lnTo>
                    <a:pt x="286615" y="1240303"/>
                  </a:lnTo>
                  <a:lnTo>
                    <a:pt x="248473" y="1210939"/>
                  </a:lnTo>
                  <a:lnTo>
                    <a:pt x="212775" y="1180486"/>
                  </a:lnTo>
                  <a:lnTo>
                    <a:pt x="179608" y="1149017"/>
                  </a:lnTo>
                  <a:lnTo>
                    <a:pt x="149050" y="1116609"/>
                  </a:lnTo>
                  <a:lnTo>
                    <a:pt x="121176" y="1083338"/>
                  </a:lnTo>
                  <a:lnTo>
                    <a:pt x="96052" y="1049286"/>
                  </a:lnTo>
                  <a:lnTo>
                    <a:pt x="63655" y="996922"/>
                  </a:lnTo>
                  <a:lnTo>
                    <a:pt x="37758" y="943268"/>
                  </a:lnTo>
                  <a:lnTo>
                    <a:pt x="18500" y="888616"/>
                  </a:lnTo>
                  <a:lnTo>
                    <a:pt x="5987" y="833259"/>
                  </a:lnTo>
                  <a:lnTo>
                    <a:pt x="285" y="777500"/>
                  </a:lnTo>
                  <a:lnTo>
                    <a:pt x="0" y="749563"/>
                  </a:lnTo>
                  <a:lnTo>
                    <a:pt x="1426" y="721640"/>
                  </a:lnTo>
                  <a:lnTo>
                    <a:pt x="9403" y="665982"/>
                  </a:lnTo>
                  <a:lnTo>
                    <a:pt x="24175" y="610827"/>
                  </a:lnTo>
                  <a:lnTo>
                    <a:pt x="45659" y="556474"/>
                  </a:lnTo>
                  <a:lnTo>
                    <a:pt x="73740" y="503219"/>
                  </a:lnTo>
                  <a:lnTo>
                    <a:pt x="114634" y="442858"/>
                  </a:lnTo>
                  <a:lnTo>
                    <a:pt x="141826" y="409385"/>
                  </a:lnTo>
                  <a:lnTo>
                    <a:pt x="171720" y="376753"/>
                  </a:lnTo>
                  <a:lnTo>
                    <a:pt x="204242" y="345042"/>
                  </a:lnTo>
                  <a:lnTo>
                    <a:pt x="239315" y="314328"/>
                  </a:lnTo>
                  <a:lnTo>
                    <a:pt x="276855" y="284686"/>
                  </a:lnTo>
                  <a:lnTo>
                    <a:pt x="316770" y="256185"/>
                  </a:lnTo>
                  <a:lnTo>
                    <a:pt x="358964" y="228895"/>
                  </a:lnTo>
                  <a:lnTo>
                    <a:pt x="403337" y="202882"/>
                  </a:lnTo>
                  <a:lnTo>
                    <a:pt x="449780" y="178209"/>
                  </a:lnTo>
                  <a:lnTo>
                    <a:pt x="498183" y="154935"/>
                  </a:lnTo>
                  <a:lnTo>
                    <a:pt x="548428" y="133115"/>
                  </a:lnTo>
                  <a:lnTo>
                    <a:pt x="600395" y="112803"/>
                  </a:lnTo>
                  <a:lnTo>
                    <a:pt x="667584" y="89607"/>
                  </a:lnTo>
                  <a:lnTo>
                    <a:pt x="737014" y="68930"/>
                  </a:lnTo>
                  <a:lnTo>
                    <a:pt x="808422" y="50850"/>
                  </a:lnTo>
                  <a:lnTo>
                    <a:pt x="881541" y="35435"/>
                  </a:lnTo>
                  <a:lnTo>
                    <a:pt x="956097" y="22742"/>
                  </a:lnTo>
                  <a:lnTo>
                    <a:pt x="1031809" y="12820"/>
                  </a:lnTo>
                  <a:lnTo>
                    <a:pt x="1108389" y="5707"/>
                  </a:lnTo>
                  <a:lnTo>
                    <a:pt x="1185550" y="1428"/>
                  </a:lnTo>
                  <a:lnTo>
                    <a:pt x="1263006" y="0"/>
                  </a:lnTo>
                  <a:lnTo>
                    <a:pt x="1340461" y="1428"/>
                  </a:lnTo>
                  <a:lnTo>
                    <a:pt x="1417623" y="5707"/>
                  </a:lnTo>
                  <a:lnTo>
                    <a:pt x="1494202" y="12820"/>
                  </a:lnTo>
                  <a:lnTo>
                    <a:pt x="1569914" y="22742"/>
                  </a:lnTo>
                  <a:lnTo>
                    <a:pt x="1644471" y="35435"/>
                  </a:lnTo>
                  <a:lnTo>
                    <a:pt x="1717589" y="50850"/>
                  </a:lnTo>
                  <a:lnTo>
                    <a:pt x="1788997" y="68930"/>
                  </a:lnTo>
                  <a:lnTo>
                    <a:pt x="1858427" y="89607"/>
                  </a:lnTo>
                  <a:lnTo>
                    <a:pt x="1925617" y="112803"/>
                  </a:lnTo>
                  <a:lnTo>
                    <a:pt x="1977583" y="133115"/>
                  </a:lnTo>
                  <a:lnTo>
                    <a:pt x="2027828" y="154935"/>
                  </a:lnTo>
                  <a:lnTo>
                    <a:pt x="2076231" y="178209"/>
                  </a:lnTo>
                  <a:lnTo>
                    <a:pt x="2122674" y="202882"/>
                  </a:lnTo>
                  <a:lnTo>
                    <a:pt x="2167047" y="228895"/>
                  </a:lnTo>
                  <a:lnTo>
                    <a:pt x="2209241" y="256185"/>
                  </a:lnTo>
                  <a:lnTo>
                    <a:pt x="2249156" y="284686"/>
                  </a:lnTo>
                  <a:lnTo>
                    <a:pt x="2286696" y="314328"/>
                  </a:lnTo>
                  <a:lnTo>
                    <a:pt x="2321769" y="345042"/>
                  </a:lnTo>
                  <a:lnTo>
                    <a:pt x="2354291" y="376753"/>
                  </a:lnTo>
                  <a:lnTo>
                    <a:pt x="2384185" y="409385"/>
                  </a:lnTo>
                  <a:lnTo>
                    <a:pt x="2411377" y="442858"/>
                  </a:lnTo>
                  <a:lnTo>
                    <a:pt x="2435803" y="477093"/>
                  </a:lnTo>
                  <a:lnTo>
                    <a:pt x="2467128" y="529690"/>
                  </a:lnTo>
                  <a:lnTo>
                    <a:pt x="2491928" y="583532"/>
                  </a:lnTo>
                  <a:lnTo>
                    <a:pt x="2510067" y="638322"/>
                  </a:lnTo>
                  <a:lnTo>
                    <a:pt x="2521450" y="693768"/>
                  </a:lnTo>
                  <a:lnTo>
                    <a:pt x="2526012" y="749563"/>
                  </a:lnTo>
                  <a:lnTo>
                    <a:pt x="2526107" y="758877"/>
                  </a:lnTo>
                  <a:lnTo>
                    <a:pt x="2525252" y="786808"/>
                  </a:lnTo>
                  <a:lnTo>
                    <a:pt x="2518411" y="842522"/>
                  </a:lnTo>
                  <a:lnTo>
                    <a:pt x="2504768" y="897781"/>
                  </a:lnTo>
                  <a:lnTo>
                    <a:pt x="2484395" y="952289"/>
                  </a:lnTo>
                  <a:lnTo>
                    <a:pt x="2457404" y="1005746"/>
                  </a:lnTo>
                  <a:lnTo>
                    <a:pt x="2423939" y="1057868"/>
                  </a:lnTo>
                  <a:lnTo>
                    <a:pt x="2398122" y="1091733"/>
                  </a:lnTo>
                  <a:lnTo>
                    <a:pt x="2369570" y="1124795"/>
                  </a:lnTo>
                  <a:lnTo>
                    <a:pt x="2338353" y="1156976"/>
                  </a:lnTo>
                  <a:lnTo>
                    <a:pt x="2304545" y="1188198"/>
                  </a:lnTo>
                  <a:lnTo>
                    <a:pt x="2268227" y="1218385"/>
                  </a:lnTo>
                  <a:lnTo>
                    <a:pt x="2229489" y="1247466"/>
                  </a:lnTo>
                  <a:lnTo>
                    <a:pt x="2188421" y="1275369"/>
                  </a:lnTo>
                  <a:lnTo>
                    <a:pt x="2145125" y="1302029"/>
                  </a:lnTo>
                  <a:lnTo>
                    <a:pt x="2099703" y="1327379"/>
                  </a:lnTo>
                  <a:lnTo>
                    <a:pt x="2052266" y="1351360"/>
                  </a:lnTo>
                  <a:lnTo>
                    <a:pt x="2002927" y="1373914"/>
                  </a:lnTo>
                  <a:lnTo>
                    <a:pt x="1951805" y="1394986"/>
                  </a:lnTo>
                  <a:lnTo>
                    <a:pt x="1885586" y="1419165"/>
                  </a:lnTo>
                  <a:lnTo>
                    <a:pt x="1817023" y="1440859"/>
                  </a:lnTo>
                  <a:lnTo>
                    <a:pt x="1746373" y="1459987"/>
                  </a:lnTo>
                  <a:lnTo>
                    <a:pt x="1673904" y="1476476"/>
                  </a:lnTo>
                  <a:lnTo>
                    <a:pt x="1599891" y="1490264"/>
                  </a:lnTo>
                  <a:lnTo>
                    <a:pt x="1524609" y="1501299"/>
                  </a:lnTo>
                  <a:lnTo>
                    <a:pt x="1448341" y="1509540"/>
                  </a:lnTo>
                  <a:lnTo>
                    <a:pt x="1371375" y="1514955"/>
                  </a:lnTo>
                  <a:lnTo>
                    <a:pt x="1294004" y="15175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224607" y="2045884"/>
              <a:ext cx="2552065" cy="1536700"/>
            </a:xfrm>
            <a:custGeom>
              <a:avLst/>
              <a:gdLst/>
              <a:ahLst/>
              <a:cxnLst/>
              <a:rect l="l" t="t" r="r" b="b"/>
              <a:pathLst>
                <a:path w="2552065" h="1536700">
                  <a:moveTo>
                    <a:pt x="1510803" y="12699"/>
                  </a:moveTo>
                  <a:lnTo>
                    <a:pt x="1040661" y="12699"/>
                  </a:lnTo>
                  <a:lnTo>
                    <a:pt x="1098264" y="0"/>
                  </a:lnTo>
                  <a:lnTo>
                    <a:pt x="1453200" y="0"/>
                  </a:lnTo>
                  <a:lnTo>
                    <a:pt x="1510803" y="12699"/>
                  </a:lnTo>
                  <a:close/>
                </a:path>
                <a:path w="2552065" h="1536700">
                  <a:moveTo>
                    <a:pt x="1158848" y="1511299"/>
                  </a:moveTo>
                  <a:lnTo>
                    <a:pt x="928156" y="1511299"/>
                  </a:lnTo>
                  <a:lnTo>
                    <a:pt x="819668" y="1485899"/>
                  </a:lnTo>
                  <a:lnTo>
                    <a:pt x="665558" y="1447799"/>
                  </a:lnTo>
                  <a:lnTo>
                    <a:pt x="616736" y="1422399"/>
                  </a:lnTo>
                  <a:lnTo>
                    <a:pt x="569292" y="1409699"/>
                  </a:lnTo>
                  <a:lnTo>
                    <a:pt x="523287" y="1384299"/>
                  </a:lnTo>
                  <a:lnTo>
                    <a:pt x="478785" y="1371599"/>
                  </a:lnTo>
                  <a:lnTo>
                    <a:pt x="435847" y="1346199"/>
                  </a:lnTo>
                  <a:lnTo>
                    <a:pt x="394535" y="1320799"/>
                  </a:lnTo>
                  <a:lnTo>
                    <a:pt x="354913" y="1295399"/>
                  </a:lnTo>
                  <a:lnTo>
                    <a:pt x="317041" y="1269999"/>
                  </a:lnTo>
                  <a:lnTo>
                    <a:pt x="280982" y="1244599"/>
                  </a:lnTo>
                  <a:lnTo>
                    <a:pt x="246799" y="1219199"/>
                  </a:lnTo>
                  <a:lnTo>
                    <a:pt x="214554" y="1193799"/>
                  </a:lnTo>
                  <a:lnTo>
                    <a:pt x="184308" y="1168399"/>
                  </a:lnTo>
                  <a:lnTo>
                    <a:pt x="156125" y="1130299"/>
                  </a:lnTo>
                  <a:lnTo>
                    <a:pt x="130066" y="1104899"/>
                  </a:lnTo>
                  <a:lnTo>
                    <a:pt x="106193" y="1066799"/>
                  </a:lnTo>
                  <a:lnTo>
                    <a:pt x="84569" y="1041399"/>
                  </a:lnTo>
                  <a:lnTo>
                    <a:pt x="65256" y="1003299"/>
                  </a:lnTo>
                  <a:lnTo>
                    <a:pt x="48317" y="977899"/>
                  </a:lnTo>
                  <a:lnTo>
                    <a:pt x="33812" y="939799"/>
                  </a:lnTo>
                  <a:lnTo>
                    <a:pt x="21806" y="901699"/>
                  </a:lnTo>
                  <a:lnTo>
                    <a:pt x="12359" y="876299"/>
                  </a:lnTo>
                  <a:lnTo>
                    <a:pt x="5534" y="838199"/>
                  </a:lnTo>
                  <a:lnTo>
                    <a:pt x="1393" y="800099"/>
                  </a:lnTo>
                  <a:lnTo>
                    <a:pt x="0" y="761999"/>
                  </a:lnTo>
                  <a:lnTo>
                    <a:pt x="1393" y="723899"/>
                  </a:lnTo>
                  <a:lnTo>
                    <a:pt x="12359" y="660399"/>
                  </a:lnTo>
                  <a:lnTo>
                    <a:pt x="21806" y="622299"/>
                  </a:lnTo>
                  <a:lnTo>
                    <a:pt x="33812" y="584199"/>
                  </a:lnTo>
                  <a:lnTo>
                    <a:pt x="48317" y="558799"/>
                  </a:lnTo>
                  <a:lnTo>
                    <a:pt x="65256" y="520699"/>
                  </a:lnTo>
                  <a:lnTo>
                    <a:pt x="84569" y="495299"/>
                  </a:lnTo>
                  <a:lnTo>
                    <a:pt x="106193" y="457199"/>
                  </a:lnTo>
                  <a:lnTo>
                    <a:pt x="130066" y="431799"/>
                  </a:lnTo>
                  <a:lnTo>
                    <a:pt x="156125" y="393699"/>
                  </a:lnTo>
                  <a:lnTo>
                    <a:pt x="184308" y="368299"/>
                  </a:lnTo>
                  <a:lnTo>
                    <a:pt x="214554" y="342899"/>
                  </a:lnTo>
                  <a:lnTo>
                    <a:pt x="246799" y="304799"/>
                  </a:lnTo>
                  <a:lnTo>
                    <a:pt x="280982" y="279399"/>
                  </a:lnTo>
                  <a:lnTo>
                    <a:pt x="317041" y="253999"/>
                  </a:lnTo>
                  <a:lnTo>
                    <a:pt x="354913" y="228599"/>
                  </a:lnTo>
                  <a:lnTo>
                    <a:pt x="394535" y="203199"/>
                  </a:lnTo>
                  <a:lnTo>
                    <a:pt x="435847" y="190499"/>
                  </a:lnTo>
                  <a:lnTo>
                    <a:pt x="478785" y="165099"/>
                  </a:lnTo>
                  <a:lnTo>
                    <a:pt x="523287" y="139699"/>
                  </a:lnTo>
                  <a:lnTo>
                    <a:pt x="569292" y="126999"/>
                  </a:lnTo>
                  <a:lnTo>
                    <a:pt x="616736" y="101599"/>
                  </a:lnTo>
                  <a:lnTo>
                    <a:pt x="767086" y="63499"/>
                  </a:lnTo>
                  <a:lnTo>
                    <a:pt x="983937" y="12699"/>
                  </a:lnTo>
                  <a:lnTo>
                    <a:pt x="1275732" y="12699"/>
                  </a:lnTo>
                  <a:lnTo>
                    <a:pt x="1216944" y="25399"/>
                  </a:lnTo>
                  <a:lnTo>
                    <a:pt x="1044972" y="25399"/>
                  </a:lnTo>
                  <a:lnTo>
                    <a:pt x="934588" y="50799"/>
                  </a:lnTo>
                  <a:lnTo>
                    <a:pt x="880856" y="50799"/>
                  </a:lnTo>
                  <a:lnTo>
                    <a:pt x="726228" y="88899"/>
                  </a:lnTo>
                  <a:lnTo>
                    <a:pt x="677075" y="114299"/>
                  </a:lnTo>
                  <a:lnTo>
                    <a:pt x="582719" y="139699"/>
                  </a:lnTo>
                  <a:lnTo>
                    <a:pt x="537636" y="165099"/>
                  </a:lnTo>
                  <a:lnTo>
                    <a:pt x="494030" y="177799"/>
                  </a:lnTo>
                  <a:lnTo>
                    <a:pt x="451963" y="203199"/>
                  </a:lnTo>
                  <a:lnTo>
                    <a:pt x="411493" y="228599"/>
                  </a:lnTo>
                  <a:lnTo>
                    <a:pt x="372682" y="253999"/>
                  </a:lnTo>
                  <a:lnTo>
                    <a:pt x="335591" y="279399"/>
                  </a:lnTo>
                  <a:lnTo>
                    <a:pt x="300279" y="292099"/>
                  </a:lnTo>
                  <a:lnTo>
                    <a:pt x="266807" y="330199"/>
                  </a:lnTo>
                  <a:lnTo>
                    <a:pt x="235236" y="355599"/>
                  </a:lnTo>
                  <a:lnTo>
                    <a:pt x="205625" y="380999"/>
                  </a:lnTo>
                  <a:lnTo>
                    <a:pt x="178036" y="406399"/>
                  </a:lnTo>
                  <a:lnTo>
                    <a:pt x="152529" y="431799"/>
                  </a:lnTo>
                  <a:lnTo>
                    <a:pt x="129164" y="469899"/>
                  </a:lnTo>
                  <a:lnTo>
                    <a:pt x="108002" y="495299"/>
                  </a:lnTo>
                  <a:lnTo>
                    <a:pt x="89104" y="533399"/>
                  </a:lnTo>
                  <a:lnTo>
                    <a:pt x="72529" y="558799"/>
                  </a:lnTo>
                  <a:lnTo>
                    <a:pt x="58338" y="596899"/>
                  </a:lnTo>
                  <a:lnTo>
                    <a:pt x="37350" y="660399"/>
                  </a:lnTo>
                  <a:lnTo>
                    <a:pt x="30675" y="698499"/>
                  </a:lnTo>
                  <a:lnTo>
                    <a:pt x="25262" y="761999"/>
                  </a:lnTo>
                  <a:lnTo>
                    <a:pt x="26625" y="800099"/>
                  </a:lnTo>
                  <a:lnTo>
                    <a:pt x="30675" y="838199"/>
                  </a:lnTo>
                  <a:lnTo>
                    <a:pt x="37350" y="863599"/>
                  </a:lnTo>
                  <a:lnTo>
                    <a:pt x="46592" y="901699"/>
                  </a:lnTo>
                  <a:lnTo>
                    <a:pt x="58338" y="939799"/>
                  </a:lnTo>
                  <a:lnTo>
                    <a:pt x="72529" y="965199"/>
                  </a:lnTo>
                  <a:lnTo>
                    <a:pt x="89104" y="1003299"/>
                  </a:lnTo>
                  <a:lnTo>
                    <a:pt x="108002" y="1028699"/>
                  </a:lnTo>
                  <a:lnTo>
                    <a:pt x="129164" y="1066799"/>
                  </a:lnTo>
                  <a:lnTo>
                    <a:pt x="152529" y="1092199"/>
                  </a:lnTo>
                  <a:lnTo>
                    <a:pt x="178036" y="1117599"/>
                  </a:lnTo>
                  <a:lnTo>
                    <a:pt x="205625" y="1155699"/>
                  </a:lnTo>
                  <a:lnTo>
                    <a:pt x="235236" y="1181099"/>
                  </a:lnTo>
                  <a:lnTo>
                    <a:pt x="266807" y="1206499"/>
                  </a:lnTo>
                  <a:lnTo>
                    <a:pt x="300279" y="1231899"/>
                  </a:lnTo>
                  <a:lnTo>
                    <a:pt x="335591" y="1257299"/>
                  </a:lnTo>
                  <a:lnTo>
                    <a:pt x="372682" y="1282699"/>
                  </a:lnTo>
                  <a:lnTo>
                    <a:pt x="411493" y="1308099"/>
                  </a:lnTo>
                  <a:lnTo>
                    <a:pt x="451963" y="1320799"/>
                  </a:lnTo>
                  <a:lnTo>
                    <a:pt x="494030" y="1346199"/>
                  </a:lnTo>
                  <a:lnTo>
                    <a:pt x="537636" y="1371599"/>
                  </a:lnTo>
                  <a:lnTo>
                    <a:pt x="582719" y="1384299"/>
                  </a:lnTo>
                  <a:lnTo>
                    <a:pt x="629219" y="1409699"/>
                  </a:lnTo>
                  <a:lnTo>
                    <a:pt x="776615" y="1447799"/>
                  </a:lnTo>
                  <a:lnTo>
                    <a:pt x="934588" y="1485899"/>
                  </a:lnTo>
                  <a:lnTo>
                    <a:pt x="989314" y="1485899"/>
                  </a:lnTo>
                  <a:lnTo>
                    <a:pt x="1044972" y="1498599"/>
                  </a:lnTo>
                  <a:lnTo>
                    <a:pt x="1101504" y="1498599"/>
                  </a:lnTo>
                  <a:lnTo>
                    <a:pt x="1158848" y="1511299"/>
                  </a:lnTo>
                  <a:close/>
                </a:path>
                <a:path w="2552065" h="1536700">
                  <a:moveTo>
                    <a:pt x="1623308" y="1511299"/>
                  </a:moveTo>
                  <a:lnTo>
                    <a:pt x="1392616" y="1511299"/>
                  </a:lnTo>
                  <a:lnTo>
                    <a:pt x="1449960" y="1498599"/>
                  </a:lnTo>
                  <a:lnTo>
                    <a:pt x="1506491" y="1498599"/>
                  </a:lnTo>
                  <a:lnTo>
                    <a:pt x="1562150" y="1485899"/>
                  </a:lnTo>
                  <a:lnTo>
                    <a:pt x="1616876" y="1485899"/>
                  </a:lnTo>
                  <a:lnTo>
                    <a:pt x="1774848" y="1447799"/>
                  </a:lnTo>
                  <a:lnTo>
                    <a:pt x="1922245" y="1409699"/>
                  </a:lnTo>
                  <a:lnTo>
                    <a:pt x="1968745" y="1384299"/>
                  </a:lnTo>
                  <a:lnTo>
                    <a:pt x="2013828" y="1371599"/>
                  </a:lnTo>
                  <a:lnTo>
                    <a:pt x="2057433" y="1346199"/>
                  </a:lnTo>
                  <a:lnTo>
                    <a:pt x="2099501" y="1320799"/>
                  </a:lnTo>
                  <a:lnTo>
                    <a:pt x="2139971" y="1308099"/>
                  </a:lnTo>
                  <a:lnTo>
                    <a:pt x="2178781" y="1282699"/>
                  </a:lnTo>
                  <a:lnTo>
                    <a:pt x="2215873" y="1257299"/>
                  </a:lnTo>
                  <a:lnTo>
                    <a:pt x="2251185" y="1231899"/>
                  </a:lnTo>
                  <a:lnTo>
                    <a:pt x="2284657" y="1206499"/>
                  </a:lnTo>
                  <a:lnTo>
                    <a:pt x="2316228" y="1181099"/>
                  </a:lnTo>
                  <a:lnTo>
                    <a:pt x="2345839" y="1155699"/>
                  </a:lnTo>
                  <a:lnTo>
                    <a:pt x="2373428" y="1117599"/>
                  </a:lnTo>
                  <a:lnTo>
                    <a:pt x="2398935" y="1092199"/>
                  </a:lnTo>
                  <a:lnTo>
                    <a:pt x="2422299" y="1066799"/>
                  </a:lnTo>
                  <a:lnTo>
                    <a:pt x="2443461" y="1028699"/>
                  </a:lnTo>
                  <a:lnTo>
                    <a:pt x="2462360" y="1003299"/>
                  </a:lnTo>
                  <a:lnTo>
                    <a:pt x="2478935" y="965199"/>
                  </a:lnTo>
                  <a:lnTo>
                    <a:pt x="2493126" y="939799"/>
                  </a:lnTo>
                  <a:lnTo>
                    <a:pt x="2504872" y="901699"/>
                  </a:lnTo>
                  <a:lnTo>
                    <a:pt x="2514113" y="863599"/>
                  </a:lnTo>
                  <a:lnTo>
                    <a:pt x="2520789" y="838199"/>
                  </a:lnTo>
                  <a:lnTo>
                    <a:pt x="2524839" y="800099"/>
                  </a:lnTo>
                  <a:lnTo>
                    <a:pt x="2526202" y="761999"/>
                  </a:lnTo>
                  <a:lnTo>
                    <a:pt x="2524839" y="723899"/>
                  </a:lnTo>
                  <a:lnTo>
                    <a:pt x="2520789" y="698499"/>
                  </a:lnTo>
                  <a:lnTo>
                    <a:pt x="2514113" y="660399"/>
                  </a:lnTo>
                  <a:lnTo>
                    <a:pt x="2504872" y="622299"/>
                  </a:lnTo>
                  <a:lnTo>
                    <a:pt x="2493126" y="596899"/>
                  </a:lnTo>
                  <a:lnTo>
                    <a:pt x="2478935" y="558799"/>
                  </a:lnTo>
                  <a:lnTo>
                    <a:pt x="2462360" y="533399"/>
                  </a:lnTo>
                  <a:lnTo>
                    <a:pt x="2443461" y="495299"/>
                  </a:lnTo>
                  <a:lnTo>
                    <a:pt x="2422299" y="469899"/>
                  </a:lnTo>
                  <a:lnTo>
                    <a:pt x="2398935" y="431799"/>
                  </a:lnTo>
                  <a:lnTo>
                    <a:pt x="2345839" y="380999"/>
                  </a:lnTo>
                  <a:lnTo>
                    <a:pt x="2316228" y="355599"/>
                  </a:lnTo>
                  <a:lnTo>
                    <a:pt x="2284657" y="330199"/>
                  </a:lnTo>
                  <a:lnTo>
                    <a:pt x="2251185" y="292099"/>
                  </a:lnTo>
                  <a:lnTo>
                    <a:pt x="2215873" y="279399"/>
                  </a:lnTo>
                  <a:lnTo>
                    <a:pt x="2178781" y="253999"/>
                  </a:lnTo>
                  <a:lnTo>
                    <a:pt x="2139971" y="228599"/>
                  </a:lnTo>
                  <a:lnTo>
                    <a:pt x="2099501" y="203199"/>
                  </a:lnTo>
                  <a:lnTo>
                    <a:pt x="2057433" y="177799"/>
                  </a:lnTo>
                  <a:lnTo>
                    <a:pt x="2013828" y="165099"/>
                  </a:lnTo>
                  <a:lnTo>
                    <a:pt x="1968745" y="139699"/>
                  </a:lnTo>
                  <a:lnTo>
                    <a:pt x="1874389" y="114299"/>
                  </a:lnTo>
                  <a:lnTo>
                    <a:pt x="1825236" y="88899"/>
                  </a:lnTo>
                  <a:lnTo>
                    <a:pt x="1670608" y="50799"/>
                  </a:lnTo>
                  <a:lnTo>
                    <a:pt x="1616876" y="50799"/>
                  </a:lnTo>
                  <a:lnTo>
                    <a:pt x="1506491" y="25399"/>
                  </a:lnTo>
                  <a:lnTo>
                    <a:pt x="1334519" y="25399"/>
                  </a:lnTo>
                  <a:lnTo>
                    <a:pt x="1275732" y="12699"/>
                  </a:lnTo>
                  <a:lnTo>
                    <a:pt x="1567527" y="12699"/>
                  </a:lnTo>
                  <a:lnTo>
                    <a:pt x="1784378" y="63499"/>
                  </a:lnTo>
                  <a:lnTo>
                    <a:pt x="1934728" y="101599"/>
                  </a:lnTo>
                  <a:lnTo>
                    <a:pt x="1982172" y="126999"/>
                  </a:lnTo>
                  <a:lnTo>
                    <a:pt x="2028177" y="139699"/>
                  </a:lnTo>
                  <a:lnTo>
                    <a:pt x="2072679" y="165099"/>
                  </a:lnTo>
                  <a:lnTo>
                    <a:pt x="2115617" y="190499"/>
                  </a:lnTo>
                  <a:lnTo>
                    <a:pt x="2156928" y="203199"/>
                  </a:lnTo>
                  <a:lnTo>
                    <a:pt x="2196551" y="228599"/>
                  </a:lnTo>
                  <a:lnTo>
                    <a:pt x="2234423" y="253999"/>
                  </a:lnTo>
                  <a:lnTo>
                    <a:pt x="2270481" y="279399"/>
                  </a:lnTo>
                  <a:lnTo>
                    <a:pt x="2304664" y="304799"/>
                  </a:lnTo>
                  <a:lnTo>
                    <a:pt x="2336910" y="342899"/>
                  </a:lnTo>
                  <a:lnTo>
                    <a:pt x="2367155" y="368299"/>
                  </a:lnTo>
                  <a:lnTo>
                    <a:pt x="2395339" y="393699"/>
                  </a:lnTo>
                  <a:lnTo>
                    <a:pt x="2421398" y="431799"/>
                  </a:lnTo>
                  <a:lnTo>
                    <a:pt x="2445271" y="457199"/>
                  </a:lnTo>
                  <a:lnTo>
                    <a:pt x="2466894" y="495299"/>
                  </a:lnTo>
                  <a:lnTo>
                    <a:pt x="2486207" y="520699"/>
                  </a:lnTo>
                  <a:lnTo>
                    <a:pt x="2503147" y="558799"/>
                  </a:lnTo>
                  <a:lnTo>
                    <a:pt x="2529658" y="622299"/>
                  </a:lnTo>
                  <a:lnTo>
                    <a:pt x="2539105" y="660399"/>
                  </a:lnTo>
                  <a:lnTo>
                    <a:pt x="2545930" y="698499"/>
                  </a:lnTo>
                  <a:lnTo>
                    <a:pt x="2551464" y="761999"/>
                  </a:lnTo>
                  <a:lnTo>
                    <a:pt x="2550070" y="800099"/>
                  </a:lnTo>
                  <a:lnTo>
                    <a:pt x="2545930" y="838199"/>
                  </a:lnTo>
                  <a:lnTo>
                    <a:pt x="2539105" y="876299"/>
                  </a:lnTo>
                  <a:lnTo>
                    <a:pt x="2529658" y="901699"/>
                  </a:lnTo>
                  <a:lnTo>
                    <a:pt x="2517651" y="939799"/>
                  </a:lnTo>
                  <a:lnTo>
                    <a:pt x="2503147" y="977899"/>
                  </a:lnTo>
                  <a:lnTo>
                    <a:pt x="2486207" y="1003299"/>
                  </a:lnTo>
                  <a:lnTo>
                    <a:pt x="2466894" y="1041399"/>
                  </a:lnTo>
                  <a:lnTo>
                    <a:pt x="2445271" y="1066799"/>
                  </a:lnTo>
                  <a:lnTo>
                    <a:pt x="2421398" y="1104899"/>
                  </a:lnTo>
                  <a:lnTo>
                    <a:pt x="2395339" y="1130299"/>
                  </a:lnTo>
                  <a:lnTo>
                    <a:pt x="2367155" y="1168399"/>
                  </a:lnTo>
                  <a:lnTo>
                    <a:pt x="2336910" y="1193799"/>
                  </a:lnTo>
                  <a:lnTo>
                    <a:pt x="2304664" y="1219199"/>
                  </a:lnTo>
                  <a:lnTo>
                    <a:pt x="2270481" y="1244599"/>
                  </a:lnTo>
                  <a:lnTo>
                    <a:pt x="2234423" y="1269999"/>
                  </a:lnTo>
                  <a:lnTo>
                    <a:pt x="2196551" y="1295399"/>
                  </a:lnTo>
                  <a:lnTo>
                    <a:pt x="2156928" y="1320799"/>
                  </a:lnTo>
                  <a:lnTo>
                    <a:pt x="2115617" y="1346199"/>
                  </a:lnTo>
                  <a:lnTo>
                    <a:pt x="2072679" y="1371599"/>
                  </a:lnTo>
                  <a:lnTo>
                    <a:pt x="2028177" y="1384299"/>
                  </a:lnTo>
                  <a:lnTo>
                    <a:pt x="1982172" y="1409699"/>
                  </a:lnTo>
                  <a:lnTo>
                    <a:pt x="1934728" y="1422399"/>
                  </a:lnTo>
                  <a:lnTo>
                    <a:pt x="1885906" y="1447799"/>
                  </a:lnTo>
                  <a:lnTo>
                    <a:pt x="1731796" y="1485899"/>
                  </a:lnTo>
                  <a:lnTo>
                    <a:pt x="1623308" y="1511299"/>
                  </a:lnTo>
                  <a:close/>
                </a:path>
                <a:path w="2552065" h="1536700">
                  <a:moveTo>
                    <a:pt x="1510803" y="1523999"/>
                  </a:moveTo>
                  <a:lnTo>
                    <a:pt x="1040661" y="1523999"/>
                  </a:lnTo>
                  <a:lnTo>
                    <a:pt x="983937" y="1511299"/>
                  </a:lnTo>
                  <a:lnTo>
                    <a:pt x="1567527" y="1511299"/>
                  </a:lnTo>
                  <a:lnTo>
                    <a:pt x="1510803" y="1523999"/>
                  </a:lnTo>
                  <a:close/>
                </a:path>
                <a:path w="2552065" h="1536700">
                  <a:moveTo>
                    <a:pt x="1394778" y="1536699"/>
                  </a:moveTo>
                  <a:lnTo>
                    <a:pt x="1156685" y="1536699"/>
                  </a:lnTo>
                  <a:lnTo>
                    <a:pt x="1098264" y="1523999"/>
                  </a:lnTo>
                  <a:lnTo>
                    <a:pt x="1453200" y="1523999"/>
                  </a:lnTo>
                  <a:lnTo>
                    <a:pt x="1394778" y="15366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586893" y="1401000"/>
            <a:ext cx="111442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70" dirty="0">
                <a:latin typeface="Times New Roman"/>
                <a:cs typeface="Times New Roman"/>
              </a:rPr>
              <a:t>Login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42851" y="3550507"/>
            <a:ext cx="4910508" cy="31421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74015" algn="ctr">
              <a:lnSpc>
                <a:spcPct val="100000"/>
              </a:lnSpc>
              <a:spcBef>
                <a:spcPts val="100"/>
              </a:spcBef>
            </a:pPr>
            <a:r>
              <a:rPr sz="3400" spc="55" dirty="0">
                <a:latin typeface="Times New Roman"/>
                <a:cs typeface="Times New Roman"/>
              </a:rPr>
              <a:t>Searching</a:t>
            </a:r>
            <a:r>
              <a:rPr sz="3400" spc="-5" dirty="0">
                <a:latin typeface="Times New Roman"/>
                <a:cs typeface="Times New Roman"/>
              </a:rPr>
              <a:t> </a:t>
            </a:r>
            <a:r>
              <a:rPr lang="en-US" sz="3400" spc="75" dirty="0">
                <a:latin typeface="Times New Roman"/>
                <a:cs typeface="Times New Roman"/>
              </a:rPr>
              <a:t>blogs ,feed</a:t>
            </a:r>
            <a:endParaRPr sz="3400" dirty="0">
              <a:latin typeface="Times New Roman"/>
              <a:cs typeface="Times New Roman"/>
            </a:endParaRPr>
          </a:p>
          <a:p>
            <a:pPr marL="12700" marR="5080" indent="214629">
              <a:lnSpc>
                <a:spcPts val="10650"/>
              </a:lnSpc>
              <a:spcBef>
                <a:spcPts val="390"/>
              </a:spcBef>
            </a:pPr>
            <a:r>
              <a:rPr lang="en-US" sz="3400" spc="50" dirty="0">
                <a:latin typeface="Times New Roman"/>
                <a:cs typeface="Times New Roman"/>
              </a:rPr>
              <a:t>Package Booking</a:t>
            </a:r>
          </a:p>
          <a:p>
            <a:pPr marL="12700" marR="5080" indent="214629">
              <a:lnSpc>
                <a:spcPts val="10650"/>
              </a:lnSpc>
              <a:spcBef>
                <a:spcPts val="390"/>
              </a:spcBef>
            </a:pPr>
            <a:r>
              <a:rPr sz="3400" dirty="0">
                <a:latin typeface="Times New Roman"/>
                <a:cs typeface="Times New Roman"/>
              </a:rPr>
              <a:t>Review</a:t>
            </a:r>
            <a:r>
              <a:rPr sz="3400" spc="-80" dirty="0">
                <a:latin typeface="Times New Roman"/>
                <a:cs typeface="Times New Roman"/>
              </a:rPr>
              <a:t> </a:t>
            </a:r>
            <a:r>
              <a:rPr sz="3400" spc="55" dirty="0">
                <a:latin typeface="Times New Roman"/>
                <a:cs typeface="Times New Roman"/>
              </a:rPr>
              <a:t>Application</a:t>
            </a:r>
            <a:endParaRPr sz="34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15200" y="2475753"/>
            <a:ext cx="2777694" cy="5360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55" dirty="0">
                <a:latin typeface="Times New Roman"/>
                <a:cs typeface="Times New Roman"/>
              </a:rPr>
              <a:t>Posts</a:t>
            </a:r>
            <a:r>
              <a:rPr lang="en-US" sz="3400" spc="-5" dirty="0">
                <a:latin typeface="Times New Roman"/>
                <a:cs typeface="Times New Roman"/>
              </a:rPr>
              <a:t> </a:t>
            </a:r>
            <a:r>
              <a:rPr lang="en-US" sz="3400" spc="50" dirty="0">
                <a:latin typeface="Times New Roman"/>
                <a:cs typeface="Times New Roman"/>
              </a:rPr>
              <a:t>Packages</a:t>
            </a:r>
            <a:endParaRPr sz="3400" dirty="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5752939" y="3634495"/>
            <a:ext cx="1240790" cy="1738630"/>
            <a:chOff x="15752939" y="3634495"/>
            <a:chExt cx="1240790" cy="1738630"/>
          </a:xfrm>
        </p:grpSpPr>
        <p:sp>
          <p:nvSpPr>
            <p:cNvPr id="12" name="object 12"/>
            <p:cNvSpPr/>
            <p:nvPr/>
          </p:nvSpPr>
          <p:spPr>
            <a:xfrm>
              <a:off x="16381149" y="3642622"/>
              <a:ext cx="0" cy="1711325"/>
            </a:xfrm>
            <a:custGeom>
              <a:avLst/>
              <a:gdLst/>
              <a:ahLst/>
              <a:cxnLst/>
              <a:rect l="l" t="t" r="r" b="b"/>
              <a:pathLst>
                <a:path h="1711325">
                  <a:moveTo>
                    <a:pt x="0" y="0"/>
                  </a:moveTo>
                  <a:lnTo>
                    <a:pt x="0" y="171107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6323999" y="5277492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114299" y="0"/>
                  </a:moveTo>
                  <a:lnTo>
                    <a:pt x="57149" y="76199"/>
                  </a:lnTo>
                  <a:lnTo>
                    <a:pt x="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771989" y="3654746"/>
              <a:ext cx="594995" cy="710565"/>
            </a:xfrm>
            <a:custGeom>
              <a:avLst/>
              <a:gdLst/>
              <a:ahLst/>
              <a:cxnLst/>
              <a:rect l="l" t="t" r="r" b="b"/>
              <a:pathLst>
                <a:path w="594994" h="710564">
                  <a:moveTo>
                    <a:pt x="0" y="710374"/>
                  </a:moveTo>
                  <a:lnTo>
                    <a:pt x="594609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6386723" y="3653545"/>
              <a:ext cx="572135" cy="810895"/>
            </a:xfrm>
            <a:custGeom>
              <a:avLst/>
              <a:gdLst/>
              <a:ahLst/>
              <a:cxnLst/>
              <a:rect l="l" t="t" r="r" b="b"/>
              <a:pathLst>
                <a:path w="572134" h="810895">
                  <a:moveTo>
                    <a:pt x="0" y="0"/>
                  </a:moveTo>
                  <a:lnTo>
                    <a:pt x="572099" y="810361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771989" y="4476095"/>
              <a:ext cx="594995" cy="710565"/>
            </a:xfrm>
            <a:custGeom>
              <a:avLst/>
              <a:gdLst/>
              <a:ahLst/>
              <a:cxnLst/>
              <a:rect l="l" t="t" r="r" b="b"/>
              <a:pathLst>
                <a:path w="594994" h="710564">
                  <a:moveTo>
                    <a:pt x="0" y="710374"/>
                  </a:moveTo>
                  <a:lnTo>
                    <a:pt x="594609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402286" y="4474893"/>
              <a:ext cx="572135" cy="810895"/>
            </a:xfrm>
            <a:custGeom>
              <a:avLst/>
              <a:gdLst/>
              <a:ahLst/>
              <a:cxnLst/>
              <a:rect l="l" t="t" r="r" b="b"/>
              <a:pathLst>
                <a:path w="572134" h="810895">
                  <a:moveTo>
                    <a:pt x="0" y="0"/>
                  </a:moveTo>
                  <a:lnTo>
                    <a:pt x="572099" y="810361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2265678" y="3790981"/>
            <a:ext cx="15208250" cy="5713095"/>
            <a:chOff x="2265678" y="3790981"/>
            <a:chExt cx="15208250" cy="5713095"/>
          </a:xfrm>
        </p:grpSpPr>
        <p:sp>
          <p:nvSpPr>
            <p:cNvPr id="19" name="object 19"/>
            <p:cNvSpPr/>
            <p:nvPr/>
          </p:nvSpPr>
          <p:spPr>
            <a:xfrm>
              <a:off x="2893889" y="3810031"/>
              <a:ext cx="0" cy="1711325"/>
            </a:xfrm>
            <a:custGeom>
              <a:avLst/>
              <a:gdLst/>
              <a:ahLst/>
              <a:cxnLst/>
              <a:rect l="l" t="t" r="r" b="b"/>
              <a:pathLst>
                <a:path h="1711325">
                  <a:moveTo>
                    <a:pt x="0" y="0"/>
                  </a:moveTo>
                  <a:lnTo>
                    <a:pt x="0" y="171107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836739" y="5444901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114299" y="0"/>
                  </a:moveTo>
                  <a:lnTo>
                    <a:pt x="57149" y="76199"/>
                  </a:lnTo>
                  <a:lnTo>
                    <a:pt x="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4934645" y="6146747"/>
              <a:ext cx="2526665" cy="1517650"/>
            </a:xfrm>
            <a:custGeom>
              <a:avLst/>
              <a:gdLst/>
              <a:ahLst/>
              <a:cxnLst/>
              <a:rect l="l" t="t" r="r" b="b"/>
              <a:pathLst>
                <a:path w="2526665" h="1517650">
                  <a:moveTo>
                    <a:pt x="1294004" y="1517525"/>
                  </a:moveTo>
                  <a:lnTo>
                    <a:pt x="1216516" y="1517239"/>
                  </a:lnTo>
                  <a:lnTo>
                    <a:pt x="1139200" y="1514099"/>
                  </a:lnTo>
                  <a:lnTo>
                    <a:pt x="1062351" y="1508117"/>
                  </a:lnTo>
                  <a:lnTo>
                    <a:pt x="986259" y="1499314"/>
                  </a:lnTo>
                  <a:lnTo>
                    <a:pt x="911208" y="1487725"/>
                  </a:lnTo>
                  <a:lnTo>
                    <a:pt x="837480" y="1473392"/>
                  </a:lnTo>
                  <a:lnTo>
                    <a:pt x="765353" y="1456370"/>
                  </a:lnTo>
                  <a:lnTo>
                    <a:pt x="695101" y="1436724"/>
                  </a:lnTo>
                  <a:lnTo>
                    <a:pt x="626987" y="1414526"/>
                  </a:lnTo>
                  <a:lnTo>
                    <a:pt x="561264" y="1389860"/>
                  </a:lnTo>
                  <a:lnTo>
                    <a:pt x="510577" y="1368412"/>
                  </a:lnTo>
                  <a:lnTo>
                    <a:pt x="461703" y="1345496"/>
                  </a:lnTo>
                  <a:lnTo>
                    <a:pt x="414759" y="1321167"/>
                  </a:lnTo>
                  <a:lnTo>
                    <a:pt x="369858" y="1295483"/>
                  </a:lnTo>
                  <a:lnTo>
                    <a:pt x="327109" y="1268507"/>
                  </a:lnTo>
                  <a:lnTo>
                    <a:pt x="286615" y="1240303"/>
                  </a:lnTo>
                  <a:lnTo>
                    <a:pt x="248473" y="1210939"/>
                  </a:lnTo>
                  <a:lnTo>
                    <a:pt x="212775" y="1180486"/>
                  </a:lnTo>
                  <a:lnTo>
                    <a:pt x="179608" y="1149017"/>
                  </a:lnTo>
                  <a:lnTo>
                    <a:pt x="149050" y="1116609"/>
                  </a:lnTo>
                  <a:lnTo>
                    <a:pt x="121176" y="1083338"/>
                  </a:lnTo>
                  <a:lnTo>
                    <a:pt x="96052" y="1049286"/>
                  </a:lnTo>
                  <a:lnTo>
                    <a:pt x="63655" y="996922"/>
                  </a:lnTo>
                  <a:lnTo>
                    <a:pt x="37758" y="943268"/>
                  </a:lnTo>
                  <a:lnTo>
                    <a:pt x="18500" y="888616"/>
                  </a:lnTo>
                  <a:lnTo>
                    <a:pt x="5987" y="833259"/>
                  </a:lnTo>
                  <a:lnTo>
                    <a:pt x="285" y="777500"/>
                  </a:lnTo>
                  <a:lnTo>
                    <a:pt x="0" y="749563"/>
                  </a:lnTo>
                  <a:lnTo>
                    <a:pt x="1426" y="721640"/>
                  </a:lnTo>
                  <a:lnTo>
                    <a:pt x="9403" y="665982"/>
                  </a:lnTo>
                  <a:lnTo>
                    <a:pt x="24175" y="610827"/>
                  </a:lnTo>
                  <a:lnTo>
                    <a:pt x="45659" y="556474"/>
                  </a:lnTo>
                  <a:lnTo>
                    <a:pt x="73740" y="503219"/>
                  </a:lnTo>
                  <a:lnTo>
                    <a:pt x="114634" y="442858"/>
                  </a:lnTo>
                  <a:lnTo>
                    <a:pt x="141826" y="409385"/>
                  </a:lnTo>
                  <a:lnTo>
                    <a:pt x="171720" y="376753"/>
                  </a:lnTo>
                  <a:lnTo>
                    <a:pt x="204242" y="345042"/>
                  </a:lnTo>
                  <a:lnTo>
                    <a:pt x="239315" y="314328"/>
                  </a:lnTo>
                  <a:lnTo>
                    <a:pt x="276855" y="284686"/>
                  </a:lnTo>
                  <a:lnTo>
                    <a:pt x="316770" y="256185"/>
                  </a:lnTo>
                  <a:lnTo>
                    <a:pt x="358964" y="228895"/>
                  </a:lnTo>
                  <a:lnTo>
                    <a:pt x="403337" y="202882"/>
                  </a:lnTo>
                  <a:lnTo>
                    <a:pt x="449780" y="178209"/>
                  </a:lnTo>
                  <a:lnTo>
                    <a:pt x="498183" y="154935"/>
                  </a:lnTo>
                  <a:lnTo>
                    <a:pt x="548428" y="133115"/>
                  </a:lnTo>
                  <a:lnTo>
                    <a:pt x="600395" y="112803"/>
                  </a:lnTo>
                  <a:lnTo>
                    <a:pt x="667584" y="89607"/>
                  </a:lnTo>
                  <a:lnTo>
                    <a:pt x="737014" y="68930"/>
                  </a:lnTo>
                  <a:lnTo>
                    <a:pt x="808422" y="50850"/>
                  </a:lnTo>
                  <a:lnTo>
                    <a:pt x="881541" y="35435"/>
                  </a:lnTo>
                  <a:lnTo>
                    <a:pt x="956097" y="22742"/>
                  </a:lnTo>
                  <a:lnTo>
                    <a:pt x="1031809" y="12820"/>
                  </a:lnTo>
                  <a:lnTo>
                    <a:pt x="1108389" y="5707"/>
                  </a:lnTo>
                  <a:lnTo>
                    <a:pt x="1185550" y="1428"/>
                  </a:lnTo>
                  <a:lnTo>
                    <a:pt x="1263006" y="0"/>
                  </a:lnTo>
                  <a:lnTo>
                    <a:pt x="1340461" y="1428"/>
                  </a:lnTo>
                  <a:lnTo>
                    <a:pt x="1417623" y="5707"/>
                  </a:lnTo>
                  <a:lnTo>
                    <a:pt x="1494202" y="12820"/>
                  </a:lnTo>
                  <a:lnTo>
                    <a:pt x="1569914" y="22742"/>
                  </a:lnTo>
                  <a:lnTo>
                    <a:pt x="1644471" y="35435"/>
                  </a:lnTo>
                  <a:lnTo>
                    <a:pt x="1717589" y="50850"/>
                  </a:lnTo>
                  <a:lnTo>
                    <a:pt x="1788997" y="68930"/>
                  </a:lnTo>
                  <a:lnTo>
                    <a:pt x="1858427" y="89607"/>
                  </a:lnTo>
                  <a:lnTo>
                    <a:pt x="1925617" y="112803"/>
                  </a:lnTo>
                  <a:lnTo>
                    <a:pt x="1977583" y="133115"/>
                  </a:lnTo>
                  <a:lnTo>
                    <a:pt x="2027828" y="154935"/>
                  </a:lnTo>
                  <a:lnTo>
                    <a:pt x="2076231" y="178209"/>
                  </a:lnTo>
                  <a:lnTo>
                    <a:pt x="2122674" y="202882"/>
                  </a:lnTo>
                  <a:lnTo>
                    <a:pt x="2167047" y="228895"/>
                  </a:lnTo>
                  <a:lnTo>
                    <a:pt x="2209241" y="256185"/>
                  </a:lnTo>
                  <a:lnTo>
                    <a:pt x="2249156" y="284686"/>
                  </a:lnTo>
                  <a:lnTo>
                    <a:pt x="2286696" y="314328"/>
                  </a:lnTo>
                  <a:lnTo>
                    <a:pt x="2321769" y="345042"/>
                  </a:lnTo>
                  <a:lnTo>
                    <a:pt x="2354291" y="376753"/>
                  </a:lnTo>
                  <a:lnTo>
                    <a:pt x="2384185" y="409385"/>
                  </a:lnTo>
                  <a:lnTo>
                    <a:pt x="2411377" y="442858"/>
                  </a:lnTo>
                  <a:lnTo>
                    <a:pt x="2435803" y="477093"/>
                  </a:lnTo>
                  <a:lnTo>
                    <a:pt x="2467128" y="529690"/>
                  </a:lnTo>
                  <a:lnTo>
                    <a:pt x="2491928" y="583532"/>
                  </a:lnTo>
                  <a:lnTo>
                    <a:pt x="2510067" y="638322"/>
                  </a:lnTo>
                  <a:lnTo>
                    <a:pt x="2521450" y="693768"/>
                  </a:lnTo>
                  <a:lnTo>
                    <a:pt x="2526012" y="749563"/>
                  </a:lnTo>
                  <a:lnTo>
                    <a:pt x="2526107" y="758877"/>
                  </a:lnTo>
                  <a:lnTo>
                    <a:pt x="2525252" y="786808"/>
                  </a:lnTo>
                  <a:lnTo>
                    <a:pt x="2518411" y="842522"/>
                  </a:lnTo>
                  <a:lnTo>
                    <a:pt x="2504768" y="897781"/>
                  </a:lnTo>
                  <a:lnTo>
                    <a:pt x="2484395" y="952289"/>
                  </a:lnTo>
                  <a:lnTo>
                    <a:pt x="2457404" y="1005746"/>
                  </a:lnTo>
                  <a:lnTo>
                    <a:pt x="2423939" y="1057868"/>
                  </a:lnTo>
                  <a:lnTo>
                    <a:pt x="2398122" y="1091733"/>
                  </a:lnTo>
                  <a:lnTo>
                    <a:pt x="2369570" y="1124795"/>
                  </a:lnTo>
                  <a:lnTo>
                    <a:pt x="2338353" y="1156976"/>
                  </a:lnTo>
                  <a:lnTo>
                    <a:pt x="2304545" y="1188198"/>
                  </a:lnTo>
                  <a:lnTo>
                    <a:pt x="2268227" y="1218385"/>
                  </a:lnTo>
                  <a:lnTo>
                    <a:pt x="2229489" y="1247466"/>
                  </a:lnTo>
                  <a:lnTo>
                    <a:pt x="2188421" y="1275369"/>
                  </a:lnTo>
                  <a:lnTo>
                    <a:pt x="2145125" y="1302029"/>
                  </a:lnTo>
                  <a:lnTo>
                    <a:pt x="2099703" y="1327379"/>
                  </a:lnTo>
                  <a:lnTo>
                    <a:pt x="2052266" y="1351360"/>
                  </a:lnTo>
                  <a:lnTo>
                    <a:pt x="2002927" y="1373914"/>
                  </a:lnTo>
                  <a:lnTo>
                    <a:pt x="1951805" y="1394986"/>
                  </a:lnTo>
                  <a:lnTo>
                    <a:pt x="1885586" y="1419165"/>
                  </a:lnTo>
                  <a:lnTo>
                    <a:pt x="1817023" y="1440859"/>
                  </a:lnTo>
                  <a:lnTo>
                    <a:pt x="1746373" y="1459987"/>
                  </a:lnTo>
                  <a:lnTo>
                    <a:pt x="1673904" y="1476476"/>
                  </a:lnTo>
                  <a:lnTo>
                    <a:pt x="1599891" y="1490264"/>
                  </a:lnTo>
                  <a:lnTo>
                    <a:pt x="1524609" y="1501299"/>
                  </a:lnTo>
                  <a:lnTo>
                    <a:pt x="1448341" y="1509540"/>
                  </a:lnTo>
                  <a:lnTo>
                    <a:pt x="1371375" y="1514955"/>
                  </a:lnTo>
                  <a:lnTo>
                    <a:pt x="1294004" y="15175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4921919" y="6134100"/>
              <a:ext cx="2552065" cy="1536700"/>
            </a:xfrm>
            <a:custGeom>
              <a:avLst/>
              <a:gdLst/>
              <a:ahLst/>
              <a:cxnLst/>
              <a:rect l="l" t="t" r="r" b="b"/>
              <a:pathLst>
                <a:path w="2552065" h="1536700">
                  <a:moveTo>
                    <a:pt x="1510803" y="12699"/>
                  </a:moveTo>
                  <a:lnTo>
                    <a:pt x="1040661" y="12699"/>
                  </a:lnTo>
                  <a:lnTo>
                    <a:pt x="1098264" y="0"/>
                  </a:lnTo>
                  <a:lnTo>
                    <a:pt x="1453200" y="0"/>
                  </a:lnTo>
                  <a:lnTo>
                    <a:pt x="1510803" y="12699"/>
                  </a:lnTo>
                  <a:close/>
                </a:path>
                <a:path w="2552065" h="1536700">
                  <a:moveTo>
                    <a:pt x="1158848" y="1511299"/>
                  </a:moveTo>
                  <a:lnTo>
                    <a:pt x="928156" y="1511299"/>
                  </a:lnTo>
                  <a:lnTo>
                    <a:pt x="819668" y="1485899"/>
                  </a:lnTo>
                  <a:lnTo>
                    <a:pt x="665558" y="1447799"/>
                  </a:lnTo>
                  <a:lnTo>
                    <a:pt x="616736" y="1422399"/>
                  </a:lnTo>
                  <a:lnTo>
                    <a:pt x="569292" y="1409699"/>
                  </a:lnTo>
                  <a:lnTo>
                    <a:pt x="523287" y="1384299"/>
                  </a:lnTo>
                  <a:lnTo>
                    <a:pt x="478785" y="1371599"/>
                  </a:lnTo>
                  <a:lnTo>
                    <a:pt x="435847" y="1346199"/>
                  </a:lnTo>
                  <a:lnTo>
                    <a:pt x="394535" y="1320799"/>
                  </a:lnTo>
                  <a:lnTo>
                    <a:pt x="354913" y="1295399"/>
                  </a:lnTo>
                  <a:lnTo>
                    <a:pt x="317041" y="1269999"/>
                  </a:lnTo>
                  <a:lnTo>
                    <a:pt x="280982" y="1244599"/>
                  </a:lnTo>
                  <a:lnTo>
                    <a:pt x="246799" y="1219199"/>
                  </a:lnTo>
                  <a:lnTo>
                    <a:pt x="214554" y="1193799"/>
                  </a:lnTo>
                  <a:lnTo>
                    <a:pt x="184308" y="1168399"/>
                  </a:lnTo>
                  <a:lnTo>
                    <a:pt x="156125" y="1130299"/>
                  </a:lnTo>
                  <a:lnTo>
                    <a:pt x="130066" y="1104899"/>
                  </a:lnTo>
                  <a:lnTo>
                    <a:pt x="106193" y="1066799"/>
                  </a:lnTo>
                  <a:lnTo>
                    <a:pt x="84569" y="1041399"/>
                  </a:lnTo>
                  <a:lnTo>
                    <a:pt x="65256" y="1003299"/>
                  </a:lnTo>
                  <a:lnTo>
                    <a:pt x="48317" y="977899"/>
                  </a:lnTo>
                  <a:lnTo>
                    <a:pt x="33812" y="939799"/>
                  </a:lnTo>
                  <a:lnTo>
                    <a:pt x="21806" y="901699"/>
                  </a:lnTo>
                  <a:lnTo>
                    <a:pt x="12359" y="876299"/>
                  </a:lnTo>
                  <a:lnTo>
                    <a:pt x="5534" y="838199"/>
                  </a:lnTo>
                  <a:lnTo>
                    <a:pt x="1393" y="800099"/>
                  </a:lnTo>
                  <a:lnTo>
                    <a:pt x="0" y="761999"/>
                  </a:lnTo>
                  <a:lnTo>
                    <a:pt x="1393" y="723899"/>
                  </a:lnTo>
                  <a:lnTo>
                    <a:pt x="12359" y="660399"/>
                  </a:lnTo>
                  <a:lnTo>
                    <a:pt x="21806" y="622299"/>
                  </a:lnTo>
                  <a:lnTo>
                    <a:pt x="33812" y="584199"/>
                  </a:lnTo>
                  <a:lnTo>
                    <a:pt x="48317" y="558799"/>
                  </a:lnTo>
                  <a:lnTo>
                    <a:pt x="65256" y="520699"/>
                  </a:lnTo>
                  <a:lnTo>
                    <a:pt x="84569" y="495299"/>
                  </a:lnTo>
                  <a:lnTo>
                    <a:pt x="106193" y="457199"/>
                  </a:lnTo>
                  <a:lnTo>
                    <a:pt x="130066" y="431799"/>
                  </a:lnTo>
                  <a:lnTo>
                    <a:pt x="156125" y="393699"/>
                  </a:lnTo>
                  <a:lnTo>
                    <a:pt x="184308" y="368299"/>
                  </a:lnTo>
                  <a:lnTo>
                    <a:pt x="214554" y="342899"/>
                  </a:lnTo>
                  <a:lnTo>
                    <a:pt x="246799" y="304799"/>
                  </a:lnTo>
                  <a:lnTo>
                    <a:pt x="280982" y="279399"/>
                  </a:lnTo>
                  <a:lnTo>
                    <a:pt x="317041" y="253999"/>
                  </a:lnTo>
                  <a:lnTo>
                    <a:pt x="354913" y="228599"/>
                  </a:lnTo>
                  <a:lnTo>
                    <a:pt x="394535" y="203199"/>
                  </a:lnTo>
                  <a:lnTo>
                    <a:pt x="435847" y="190499"/>
                  </a:lnTo>
                  <a:lnTo>
                    <a:pt x="478785" y="165099"/>
                  </a:lnTo>
                  <a:lnTo>
                    <a:pt x="523287" y="139699"/>
                  </a:lnTo>
                  <a:lnTo>
                    <a:pt x="569292" y="126999"/>
                  </a:lnTo>
                  <a:lnTo>
                    <a:pt x="616736" y="101599"/>
                  </a:lnTo>
                  <a:lnTo>
                    <a:pt x="767086" y="63499"/>
                  </a:lnTo>
                  <a:lnTo>
                    <a:pt x="983937" y="12699"/>
                  </a:lnTo>
                  <a:lnTo>
                    <a:pt x="1275732" y="12699"/>
                  </a:lnTo>
                  <a:lnTo>
                    <a:pt x="1216944" y="25399"/>
                  </a:lnTo>
                  <a:lnTo>
                    <a:pt x="1044972" y="25399"/>
                  </a:lnTo>
                  <a:lnTo>
                    <a:pt x="934588" y="50799"/>
                  </a:lnTo>
                  <a:lnTo>
                    <a:pt x="880856" y="50799"/>
                  </a:lnTo>
                  <a:lnTo>
                    <a:pt x="726228" y="88899"/>
                  </a:lnTo>
                  <a:lnTo>
                    <a:pt x="677075" y="114299"/>
                  </a:lnTo>
                  <a:lnTo>
                    <a:pt x="582719" y="139699"/>
                  </a:lnTo>
                  <a:lnTo>
                    <a:pt x="537636" y="165099"/>
                  </a:lnTo>
                  <a:lnTo>
                    <a:pt x="494030" y="177799"/>
                  </a:lnTo>
                  <a:lnTo>
                    <a:pt x="451963" y="203199"/>
                  </a:lnTo>
                  <a:lnTo>
                    <a:pt x="411493" y="228599"/>
                  </a:lnTo>
                  <a:lnTo>
                    <a:pt x="372682" y="253999"/>
                  </a:lnTo>
                  <a:lnTo>
                    <a:pt x="335591" y="279399"/>
                  </a:lnTo>
                  <a:lnTo>
                    <a:pt x="300279" y="292099"/>
                  </a:lnTo>
                  <a:lnTo>
                    <a:pt x="266807" y="330199"/>
                  </a:lnTo>
                  <a:lnTo>
                    <a:pt x="235236" y="355599"/>
                  </a:lnTo>
                  <a:lnTo>
                    <a:pt x="205625" y="380999"/>
                  </a:lnTo>
                  <a:lnTo>
                    <a:pt x="178036" y="406399"/>
                  </a:lnTo>
                  <a:lnTo>
                    <a:pt x="152529" y="431799"/>
                  </a:lnTo>
                  <a:lnTo>
                    <a:pt x="129164" y="469899"/>
                  </a:lnTo>
                  <a:lnTo>
                    <a:pt x="108002" y="495299"/>
                  </a:lnTo>
                  <a:lnTo>
                    <a:pt x="89104" y="533399"/>
                  </a:lnTo>
                  <a:lnTo>
                    <a:pt x="72529" y="558799"/>
                  </a:lnTo>
                  <a:lnTo>
                    <a:pt x="58338" y="596899"/>
                  </a:lnTo>
                  <a:lnTo>
                    <a:pt x="37350" y="660399"/>
                  </a:lnTo>
                  <a:lnTo>
                    <a:pt x="30675" y="698499"/>
                  </a:lnTo>
                  <a:lnTo>
                    <a:pt x="25262" y="761999"/>
                  </a:lnTo>
                  <a:lnTo>
                    <a:pt x="26625" y="800099"/>
                  </a:lnTo>
                  <a:lnTo>
                    <a:pt x="30675" y="838199"/>
                  </a:lnTo>
                  <a:lnTo>
                    <a:pt x="37350" y="863599"/>
                  </a:lnTo>
                  <a:lnTo>
                    <a:pt x="46592" y="901699"/>
                  </a:lnTo>
                  <a:lnTo>
                    <a:pt x="58338" y="939799"/>
                  </a:lnTo>
                  <a:lnTo>
                    <a:pt x="72529" y="965199"/>
                  </a:lnTo>
                  <a:lnTo>
                    <a:pt x="89104" y="1003299"/>
                  </a:lnTo>
                  <a:lnTo>
                    <a:pt x="108002" y="1028699"/>
                  </a:lnTo>
                  <a:lnTo>
                    <a:pt x="129164" y="1066799"/>
                  </a:lnTo>
                  <a:lnTo>
                    <a:pt x="152529" y="1092199"/>
                  </a:lnTo>
                  <a:lnTo>
                    <a:pt x="178036" y="1117599"/>
                  </a:lnTo>
                  <a:lnTo>
                    <a:pt x="205625" y="1155699"/>
                  </a:lnTo>
                  <a:lnTo>
                    <a:pt x="235236" y="1181099"/>
                  </a:lnTo>
                  <a:lnTo>
                    <a:pt x="266807" y="1206499"/>
                  </a:lnTo>
                  <a:lnTo>
                    <a:pt x="300279" y="1231899"/>
                  </a:lnTo>
                  <a:lnTo>
                    <a:pt x="335591" y="1257299"/>
                  </a:lnTo>
                  <a:lnTo>
                    <a:pt x="372682" y="1282699"/>
                  </a:lnTo>
                  <a:lnTo>
                    <a:pt x="411493" y="1308099"/>
                  </a:lnTo>
                  <a:lnTo>
                    <a:pt x="451963" y="1320799"/>
                  </a:lnTo>
                  <a:lnTo>
                    <a:pt x="494030" y="1346199"/>
                  </a:lnTo>
                  <a:lnTo>
                    <a:pt x="537636" y="1371599"/>
                  </a:lnTo>
                  <a:lnTo>
                    <a:pt x="582719" y="1384299"/>
                  </a:lnTo>
                  <a:lnTo>
                    <a:pt x="629219" y="1409699"/>
                  </a:lnTo>
                  <a:lnTo>
                    <a:pt x="776615" y="1447799"/>
                  </a:lnTo>
                  <a:lnTo>
                    <a:pt x="934588" y="1485899"/>
                  </a:lnTo>
                  <a:lnTo>
                    <a:pt x="989314" y="1485899"/>
                  </a:lnTo>
                  <a:lnTo>
                    <a:pt x="1044972" y="1498599"/>
                  </a:lnTo>
                  <a:lnTo>
                    <a:pt x="1101504" y="1498599"/>
                  </a:lnTo>
                  <a:lnTo>
                    <a:pt x="1158848" y="1511299"/>
                  </a:lnTo>
                  <a:close/>
                </a:path>
                <a:path w="2552065" h="1536700">
                  <a:moveTo>
                    <a:pt x="1623308" y="1511299"/>
                  </a:moveTo>
                  <a:lnTo>
                    <a:pt x="1392616" y="1511299"/>
                  </a:lnTo>
                  <a:lnTo>
                    <a:pt x="1449960" y="1498599"/>
                  </a:lnTo>
                  <a:lnTo>
                    <a:pt x="1506491" y="1498599"/>
                  </a:lnTo>
                  <a:lnTo>
                    <a:pt x="1562150" y="1485899"/>
                  </a:lnTo>
                  <a:lnTo>
                    <a:pt x="1616876" y="1485899"/>
                  </a:lnTo>
                  <a:lnTo>
                    <a:pt x="1774848" y="1447799"/>
                  </a:lnTo>
                  <a:lnTo>
                    <a:pt x="1922245" y="1409699"/>
                  </a:lnTo>
                  <a:lnTo>
                    <a:pt x="1968745" y="1384299"/>
                  </a:lnTo>
                  <a:lnTo>
                    <a:pt x="2013828" y="1371599"/>
                  </a:lnTo>
                  <a:lnTo>
                    <a:pt x="2057433" y="1346199"/>
                  </a:lnTo>
                  <a:lnTo>
                    <a:pt x="2099501" y="1320799"/>
                  </a:lnTo>
                  <a:lnTo>
                    <a:pt x="2139971" y="1308099"/>
                  </a:lnTo>
                  <a:lnTo>
                    <a:pt x="2178781" y="1282699"/>
                  </a:lnTo>
                  <a:lnTo>
                    <a:pt x="2215873" y="1257299"/>
                  </a:lnTo>
                  <a:lnTo>
                    <a:pt x="2251185" y="1231899"/>
                  </a:lnTo>
                  <a:lnTo>
                    <a:pt x="2284657" y="1206499"/>
                  </a:lnTo>
                  <a:lnTo>
                    <a:pt x="2316228" y="1181099"/>
                  </a:lnTo>
                  <a:lnTo>
                    <a:pt x="2345839" y="1155699"/>
                  </a:lnTo>
                  <a:lnTo>
                    <a:pt x="2373428" y="1117599"/>
                  </a:lnTo>
                  <a:lnTo>
                    <a:pt x="2398935" y="1092199"/>
                  </a:lnTo>
                  <a:lnTo>
                    <a:pt x="2422299" y="1066799"/>
                  </a:lnTo>
                  <a:lnTo>
                    <a:pt x="2443461" y="1028699"/>
                  </a:lnTo>
                  <a:lnTo>
                    <a:pt x="2462360" y="1003299"/>
                  </a:lnTo>
                  <a:lnTo>
                    <a:pt x="2478935" y="965199"/>
                  </a:lnTo>
                  <a:lnTo>
                    <a:pt x="2493126" y="939799"/>
                  </a:lnTo>
                  <a:lnTo>
                    <a:pt x="2504872" y="901699"/>
                  </a:lnTo>
                  <a:lnTo>
                    <a:pt x="2514113" y="863599"/>
                  </a:lnTo>
                  <a:lnTo>
                    <a:pt x="2520789" y="838199"/>
                  </a:lnTo>
                  <a:lnTo>
                    <a:pt x="2524839" y="800099"/>
                  </a:lnTo>
                  <a:lnTo>
                    <a:pt x="2526202" y="761999"/>
                  </a:lnTo>
                  <a:lnTo>
                    <a:pt x="2524839" y="723899"/>
                  </a:lnTo>
                  <a:lnTo>
                    <a:pt x="2520789" y="698499"/>
                  </a:lnTo>
                  <a:lnTo>
                    <a:pt x="2514113" y="660399"/>
                  </a:lnTo>
                  <a:lnTo>
                    <a:pt x="2504872" y="622299"/>
                  </a:lnTo>
                  <a:lnTo>
                    <a:pt x="2493126" y="596899"/>
                  </a:lnTo>
                  <a:lnTo>
                    <a:pt x="2478935" y="558799"/>
                  </a:lnTo>
                  <a:lnTo>
                    <a:pt x="2462360" y="533399"/>
                  </a:lnTo>
                  <a:lnTo>
                    <a:pt x="2443461" y="495299"/>
                  </a:lnTo>
                  <a:lnTo>
                    <a:pt x="2422299" y="469899"/>
                  </a:lnTo>
                  <a:lnTo>
                    <a:pt x="2398935" y="431799"/>
                  </a:lnTo>
                  <a:lnTo>
                    <a:pt x="2345839" y="380999"/>
                  </a:lnTo>
                  <a:lnTo>
                    <a:pt x="2316228" y="355599"/>
                  </a:lnTo>
                  <a:lnTo>
                    <a:pt x="2284657" y="330199"/>
                  </a:lnTo>
                  <a:lnTo>
                    <a:pt x="2251185" y="292099"/>
                  </a:lnTo>
                  <a:lnTo>
                    <a:pt x="2215873" y="279399"/>
                  </a:lnTo>
                  <a:lnTo>
                    <a:pt x="2178781" y="253999"/>
                  </a:lnTo>
                  <a:lnTo>
                    <a:pt x="2139971" y="228599"/>
                  </a:lnTo>
                  <a:lnTo>
                    <a:pt x="2099501" y="203199"/>
                  </a:lnTo>
                  <a:lnTo>
                    <a:pt x="2057433" y="177799"/>
                  </a:lnTo>
                  <a:lnTo>
                    <a:pt x="2013828" y="165099"/>
                  </a:lnTo>
                  <a:lnTo>
                    <a:pt x="1968745" y="139699"/>
                  </a:lnTo>
                  <a:lnTo>
                    <a:pt x="1874389" y="114299"/>
                  </a:lnTo>
                  <a:lnTo>
                    <a:pt x="1825236" y="88899"/>
                  </a:lnTo>
                  <a:lnTo>
                    <a:pt x="1670608" y="50799"/>
                  </a:lnTo>
                  <a:lnTo>
                    <a:pt x="1616876" y="50799"/>
                  </a:lnTo>
                  <a:lnTo>
                    <a:pt x="1506491" y="25399"/>
                  </a:lnTo>
                  <a:lnTo>
                    <a:pt x="1334519" y="25399"/>
                  </a:lnTo>
                  <a:lnTo>
                    <a:pt x="1275732" y="12699"/>
                  </a:lnTo>
                  <a:lnTo>
                    <a:pt x="1567527" y="12699"/>
                  </a:lnTo>
                  <a:lnTo>
                    <a:pt x="1784378" y="63499"/>
                  </a:lnTo>
                  <a:lnTo>
                    <a:pt x="1934728" y="101599"/>
                  </a:lnTo>
                  <a:lnTo>
                    <a:pt x="1982172" y="126999"/>
                  </a:lnTo>
                  <a:lnTo>
                    <a:pt x="2028177" y="139699"/>
                  </a:lnTo>
                  <a:lnTo>
                    <a:pt x="2072679" y="165099"/>
                  </a:lnTo>
                  <a:lnTo>
                    <a:pt x="2115617" y="190499"/>
                  </a:lnTo>
                  <a:lnTo>
                    <a:pt x="2156928" y="203199"/>
                  </a:lnTo>
                  <a:lnTo>
                    <a:pt x="2196551" y="228599"/>
                  </a:lnTo>
                  <a:lnTo>
                    <a:pt x="2234423" y="253999"/>
                  </a:lnTo>
                  <a:lnTo>
                    <a:pt x="2270481" y="279399"/>
                  </a:lnTo>
                  <a:lnTo>
                    <a:pt x="2304664" y="304799"/>
                  </a:lnTo>
                  <a:lnTo>
                    <a:pt x="2336910" y="342899"/>
                  </a:lnTo>
                  <a:lnTo>
                    <a:pt x="2367155" y="368299"/>
                  </a:lnTo>
                  <a:lnTo>
                    <a:pt x="2395339" y="393699"/>
                  </a:lnTo>
                  <a:lnTo>
                    <a:pt x="2421398" y="431799"/>
                  </a:lnTo>
                  <a:lnTo>
                    <a:pt x="2445271" y="457199"/>
                  </a:lnTo>
                  <a:lnTo>
                    <a:pt x="2466894" y="495299"/>
                  </a:lnTo>
                  <a:lnTo>
                    <a:pt x="2486207" y="520699"/>
                  </a:lnTo>
                  <a:lnTo>
                    <a:pt x="2503147" y="558799"/>
                  </a:lnTo>
                  <a:lnTo>
                    <a:pt x="2529658" y="622299"/>
                  </a:lnTo>
                  <a:lnTo>
                    <a:pt x="2539105" y="660399"/>
                  </a:lnTo>
                  <a:lnTo>
                    <a:pt x="2545930" y="698499"/>
                  </a:lnTo>
                  <a:lnTo>
                    <a:pt x="2551464" y="761999"/>
                  </a:lnTo>
                  <a:lnTo>
                    <a:pt x="2550070" y="800099"/>
                  </a:lnTo>
                  <a:lnTo>
                    <a:pt x="2545930" y="838199"/>
                  </a:lnTo>
                  <a:lnTo>
                    <a:pt x="2539105" y="876299"/>
                  </a:lnTo>
                  <a:lnTo>
                    <a:pt x="2529658" y="901699"/>
                  </a:lnTo>
                  <a:lnTo>
                    <a:pt x="2517651" y="939799"/>
                  </a:lnTo>
                  <a:lnTo>
                    <a:pt x="2503147" y="977899"/>
                  </a:lnTo>
                  <a:lnTo>
                    <a:pt x="2486207" y="1003299"/>
                  </a:lnTo>
                  <a:lnTo>
                    <a:pt x="2466894" y="1041399"/>
                  </a:lnTo>
                  <a:lnTo>
                    <a:pt x="2445271" y="1066799"/>
                  </a:lnTo>
                  <a:lnTo>
                    <a:pt x="2421398" y="1104899"/>
                  </a:lnTo>
                  <a:lnTo>
                    <a:pt x="2395339" y="1130299"/>
                  </a:lnTo>
                  <a:lnTo>
                    <a:pt x="2367155" y="1168399"/>
                  </a:lnTo>
                  <a:lnTo>
                    <a:pt x="2336910" y="1193799"/>
                  </a:lnTo>
                  <a:lnTo>
                    <a:pt x="2304664" y="1219199"/>
                  </a:lnTo>
                  <a:lnTo>
                    <a:pt x="2270481" y="1244599"/>
                  </a:lnTo>
                  <a:lnTo>
                    <a:pt x="2234423" y="1269999"/>
                  </a:lnTo>
                  <a:lnTo>
                    <a:pt x="2196551" y="1295399"/>
                  </a:lnTo>
                  <a:lnTo>
                    <a:pt x="2156928" y="1320799"/>
                  </a:lnTo>
                  <a:lnTo>
                    <a:pt x="2115617" y="1346199"/>
                  </a:lnTo>
                  <a:lnTo>
                    <a:pt x="2072679" y="1371599"/>
                  </a:lnTo>
                  <a:lnTo>
                    <a:pt x="2028177" y="1384299"/>
                  </a:lnTo>
                  <a:lnTo>
                    <a:pt x="1982172" y="1409699"/>
                  </a:lnTo>
                  <a:lnTo>
                    <a:pt x="1934728" y="1422399"/>
                  </a:lnTo>
                  <a:lnTo>
                    <a:pt x="1885906" y="1447799"/>
                  </a:lnTo>
                  <a:lnTo>
                    <a:pt x="1731796" y="1485899"/>
                  </a:lnTo>
                  <a:lnTo>
                    <a:pt x="1623308" y="1511299"/>
                  </a:lnTo>
                  <a:close/>
                </a:path>
                <a:path w="2552065" h="1536700">
                  <a:moveTo>
                    <a:pt x="1510803" y="1523999"/>
                  </a:moveTo>
                  <a:lnTo>
                    <a:pt x="1040661" y="1523999"/>
                  </a:lnTo>
                  <a:lnTo>
                    <a:pt x="983937" y="1511299"/>
                  </a:lnTo>
                  <a:lnTo>
                    <a:pt x="1567527" y="1511299"/>
                  </a:lnTo>
                  <a:lnTo>
                    <a:pt x="1510803" y="1523999"/>
                  </a:lnTo>
                  <a:close/>
                </a:path>
                <a:path w="2552065" h="1536700">
                  <a:moveTo>
                    <a:pt x="1394778" y="1536699"/>
                  </a:moveTo>
                  <a:lnTo>
                    <a:pt x="1156685" y="1536699"/>
                  </a:lnTo>
                  <a:lnTo>
                    <a:pt x="1098264" y="1523999"/>
                  </a:lnTo>
                  <a:lnTo>
                    <a:pt x="1453200" y="1523999"/>
                  </a:lnTo>
                  <a:lnTo>
                    <a:pt x="1394778" y="15366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218408" y="7655682"/>
              <a:ext cx="0" cy="1711325"/>
            </a:xfrm>
            <a:custGeom>
              <a:avLst/>
              <a:gdLst/>
              <a:ahLst/>
              <a:cxnLst/>
              <a:rect l="l" t="t" r="r" b="b"/>
              <a:pathLst>
                <a:path h="1711325">
                  <a:moveTo>
                    <a:pt x="0" y="0"/>
                  </a:moveTo>
                  <a:lnTo>
                    <a:pt x="0" y="171107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161258" y="9290553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114299" y="0"/>
                  </a:moveTo>
                  <a:lnTo>
                    <a:pt x="57149" y="76199"/>
                  </a:lnTo>
                  <a:lnTo>
                    <a:pt x="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284728" y="3865868"/>
              <a:ext cx="594995" cy="710565"/>
            </a:xfrm>
            <a:custGeom>
              <a:avLst/>
              <a:gdLst/>
              <a:ahLst/>
              <a:cxnLst/>
              <a:rect l="l" t="t" r="r" b="b"/>
              <a:pathLst>
                <a:path w="594994" h="710564">
                  <a:moveTo>
                    <a:pt x="0" y="710374"/>
                  </a:moveTo>
                  <a:lnTo>
                    <a:pt x="594609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5590198" y="7689346"/>
              <a:ext cx="594995" cy="710565"/>
            </a:xfrm>
            <a:custGeom>
              <a:avLst/>
              <a:gdLst/>
              <a:ahLst/>
              <a:cxnLst/>
              <a:rect l="l" t="t" r="r" b="b"/>
              <a:pathLst>
                <a:path w="594994" h="710565">
                  <a:moveTo>
                    <a:pt x="0" y="710374"/>
                  </a:moveTo>
                  <a:lnTo>
                    <a:pt x="594609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910037" y="3820954"/>
              <a:ext cx="572135" cy="810895"/>
            </a:xfrm>
            <a:custGeom>
              <a:avLst/>
              <a:gdLst/>
              <a:ahLst/>
              <a:cxnLst/>
              <a:rect l="l" t="t" r="r" b="b"/>
              <a:pathLst>
                <a:path w="572135" h="810895">
                  <a:moveTo>
                    <a:pt x="0" y="0"/>
                  </a:moveTo>
                  <a:lnTo>
                    <a:pt x="572099" y="810361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6234038" y="7688144"/>
              <a:ext cx="572135" cy="810895"/>
            </a:xfrm>
            <a:custGeom>
              <a:avLst/>
              <a:gdLst/>
              <a:ahLst/>
              <a:cxnLst/>
              <a:rect l="l" t="t" r="r" b="b"/>
              <a:pathLst>
                <a:path w="572134" h="810895">
                  <a:moveTo>
                    <a:pt x="0" y="0"/>
                  </a:moveTo>
                  <a:lnTo>
                    <a:pt x="572099" y="810361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5624809" y="8663099"/>
              <a:ext cx="594995" cy="710565"/>
            </a:xfrm>
            <a:custGeom>
              <a:avLst/>
              <a:gdLst/>
              <a:ahLst/>
              <a:cxnLst/>
              <a:rect l="l" t="t" r="r" b="b"/>
              <a:pathLst>
                <a:path w="594994" h="710565">
                  <a:moveTo>
                    <a:pt x="0" y="710374"/>
                  </a:moveTo>
                  <a:lnTo>
                    <a:pt x="594609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303778" y="4629852"/>
              <a:ext cx="594995" cy="710565"/>
            </a:xfrm>
            <a:custGeom>
              <a:avLst/>
              <a:gdLst/>
              <a:ahLst/>
              <a:cxnLst/>
              <a:rect l="l" t="t" r="r" b="b"/>
              <a:pathLst>
                <a:path w="594994" h="710564">
                  <a:moveTo>
                    <a:pt x="0" y="710374"/>
                  </a:moveTo>
                  <a:lnTo>
                    <a:pt x="594609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928569" y="4642302"/>
              <a:ext cx="572135" cy="810895"/>
            </a:xfrm>
            <a:custGeom>
              <a:avLst/>
              <a:gdLst/>
              <a:ahLst/>
              <a:cxnLst/>
              <a:rect l="l" t="t" r="r" b="b"/>
              <a:pathLst>
                <a:path w="572135" h="810895">
                  <a:moveTo>
                    <a:pt x="0" y="0"/>
                  </a:moveTo>
                  <a:lnTo>
                    <a:pt x="572099" y="810361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6249600" y="8674125"/>
              <a:ext cx="572135" cy="810895"/>
            </a:xfrm>
            <a:custGeom>
              <a:avLst/>
              <a:gdLst/>
              <a:ahLst/>
              <a:cxnLst/>
              <a:rect l="l" t="t" r="r" b="b"/>
              <a:pathLst>
                <a:path w="572134" h="810895">
                  <a:moveTo>
                    <a:pt x="0" y="0"/>
                  </a:moveTo>
                  <a:lnTo>
                    <a:pt x="572099" y="810361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024715" y="2594281"/>
            <a:ext cx="1966595" cy="10592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400" spc="100" dirty="0">
                <a:latin typeface="Times New Roman"/>
                <a:cs typeface="Times New Roman"/>
              </a:rPr>
              <a:t>Traveler/Blogger</a:t>
            </a:r>
            <a:endParaRPr sz="3400" dirty="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5652340" y="2295842"/>
            <a:ext cx="1734185" cy="10592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400" spc="65" dirty="0">
                <a:latin typeface="Times New Roman"/>
                <a:cs typeface="Times New Roman"/>
              </a:rPr>
              <a:t>Package Provider</a:t>
            </a:r>
            <a:endParaRPr sz="3400" dirty="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5545585" y="6661753"/>
            <a:ext cx="130746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100" dirty="0">
                <a:latin typeface="Times New Roman"/>
                <a:cs typeface="Times New Roman"/>
              </a:rPr>
              <a:t>Admin</a:t>
            </a:r>
            <a:endParaRPr sz="3400">
              <a:latin typeface="Times New Roman"/>
              <a:cs typeface="Times New Roman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041656" y="1671766"/>
            <a:ext cx="11201400" cy="6024880"/>
            <a:chOff x="4041656" y="1671766"/>
            <a:chExt cx="11201400" cy="6024880"/>
          </a:xfrm>
        </p:grpSpPr>
        <p:sp>
          <p:nvSpPr>
            <p:cNvPr id="37" name="object 37"/>
            <p:cNvSpPr/>
            <p:nvPr/>
          </p:nvSpPr>
          <p:spPr>
            <a:xfrm>
              <a:off x="4060706" y="1750204"/>
              <a:ext cx="4497705" cy="1589405"/>
            </a:xfrm>
            <a:custGeom>
              <a:avLst/>
              <a:gdLst/>
              <a:ahLst/>
              <a:cxnLst/>
              <a:rect l="l" t="t" r="r" b="b"/>
              <a:pathLst>
                <a:path w="4497705" h="1589404">
                  <a:moveTo>
                    <a:pt x="0" y="1589103"/>
                  </a:moveTo>
                  <a:lnTo>
                    <a:pt x="4497704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9706231" y="1690816"/>
              <a:ext cx="5518150" cy="1127125"/>
            </a:xfrm>
            <a:custGeom>
              <a:avLst/>
              <a:gdLst/>
              <a:ahLst/>
              <a:cxnLst/>
              <a:rect l="l" t="t" r="r" b="b"/>
              <a:pathLst>
                <a:path w="5518150" h="1127125">
                  <a:moveTo>
                    <a:pt x="0" y="0"/>
                  </a:moveTo>
                  <a:lnTo>
                    <a:pt x="5517758" y="112660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0215978" y="2803161"/>
              <a:ext cx="5008245" cy="14604"/>
            </a:xfrm>
            <a:custGeom>
              <a:avLst/>
              <a:gdLst/>
              <a:ahLst/>
              <a:cxnLst/>
              <a:rect l="l" t="t" r="r" b="b"/>
              <a:pathLst>
                <a:path w="5008244" h="14605">
                  <a:moveTo>
                    <a:pt x="0" y="0"/>
                  </a:moveTo>
                  <a:lnTo>
                    <a:pt x="5008010" y="14248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151275" y="3339322"/>
              <a:ext cx="3602354" cy="560705"/>
            </a:xfrm>
            <a:custGeom>
              <a:avLst/>
              <a:gdLst/>
              <a:ahLst/>
              <a:cxnLst/>
              <a:rect l="l" t="t" r="r" b="b"/>
              <a:pathLst>
                <a:path w="3602354" h="560704">
                  <a:moveTo>
                    <a:pt x="0" y="0"/>
                  </a:moveTo>
                  <a:lnTo>
                    <a:pt x="3602072" y="560403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063436" y="3313379"/>
              <a:ext cx="3444875" cy="1830705"/>
            </a:xfrm>
            <a:custGeom>
              <a:avLst/>
              <a:gdLst/>
              <a:ahLst/>
              <a:cxnLst/>
              <a:rect l="l" t="t" r="r" b="b"/>
              <a:pathLst>
                <a:path w="3444875" h="1830704">
                  <a:moveTo>
                    <a:pt x="0" y="0"/>
                  </a:moveTo>
                  <a:lnTo>
                    <a:pt x="3444501" y="1830125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1250880" y="2817361"/>
              <a:ext cx="3973195" cy="3625215"/>
            </a:xfrm>
            <a:custGeom>
              <a:avLst/>
              <a:gdLst/>
              <a:ahLst/>
              <a:cxnLst/>
              <a:rect l="l" t="t" r="r" b="b"/>
              <a:pathLst>
                <a:path w="3973194" h="3625215">
                  <a:moveTo>
                    <a:pt x="0" y="3624627"/>
                  </a:moveTo>
                  <a:lnTo>
                    <a:pt x="3973091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1236156" y="2817375"/>
              <a:ext cx="3988435" cy="4860290"/>
            </a:xfrm>
            <a:custGeom>
              <a:avLst/>
              <a:gdLst/>
              <a:ahLst/>
              <a:cxnLst/>
              <a:rect l="l" t="t" r="r" b="b"/>
              <a:pathLst>
                <a:path w="3988434" h="4860290">
                  <a:moveTo>
                    <a:pt x="0" y="4859884"/>
                  </a:moveTo>
                  <a:lnTo>
                    <a:pt x="3987817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7051845" y="7395924"/>
            <a:ext cx="4385310" cy="27971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7945" algn="ctr">
              <a:lnSpc>
                <a:spcPct val="100000"/>
              </a:lnSpc>
              <a:spcBef>
                <a:spcPts val="100"/>
              </a:spcBef>
            </a:pPr>
            <a:r>
              <a:rPr lang="en-US" sz="3400" dirty="0">
                <a:latin typeface="Times New Roman"/>
                <a:cs typeface="Times New Roman"/>
              </a:rPr>
              <a:t>Plan Trips / Find Travel Companions</a:t>
            </a:r>
            <a:endParaRPr sz="3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75"/>
              </a:spcBef>
            </a:pPr>
            <a:endParaRPr sz="3400" dirty="0">
              <a:latin typeface="Times New Roman"/>
              <a:cs typeface="Times New Roman"/>
            </a:endParaRPr>
          </a:p>
          <a:p>
            <a:pPr marL="12065" marR="5080" algn="ctr">
              <a:lnSpc>
                <a:spcPts val="4050"/>
              </a:lnSpc>
            </a:pPr>
            <a:r>
              <a:rPr sz="3400" spc="110" dirty="0">
                <a:latin typeface="Times New Roman"/>
                <a:cs typeface="Times New Roman"/>
              </a:rPr>
              <a:t>Managing</a:t>
            </a:r>
            <a:r>
              <a:rPr sz="3400" spc="8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Overall</a:t>
            </a:r>
            <a:r>
              <a:rPr sz="3400" spc="85" dirty="0">
                <a:latin typeface="Times New Roman"/>
                <a:cs typeface="Times New Roman"/>
              </a:rPr>
              <a:t> </a:t>
            </a:r>
            <a:r>
              <a:rPr sz="3400" spc="75" dirty="0">
                <a:latin typeface="Times New Roman"/>
                <a:cs typeface="Times New Roman"/>
              </a:rPr>
              <a:t>Flow of</a:t>
            </a:r>
            <a:r>
              <a:rPr sz="3400" spc="315" dirty="0">
                <a:latin typeface="Times New Roman"/>
                <a:cs typeface="Times New Roman"/>
              </a:rPr>
              <a:t> </a:t>
            </a:r>
            <a:r>
              <a:rPr sz="3400" spc="105" dirty="0">
                <a:latin typeface="Times New Roman"/>
                <a:cs typeface="Times New Roman"/>
              </a:rPr>
              <a:t>the</a:t>
            </a:r>
            <a:r>
              <a:rPr sz="3400" spc="-5" dirty="0">
                <a:latin typeface="Times New Roman"/>
                <a:cs typeface="Times New Roman"/>
              </a:rPr>
              <a:t> </a:t>
            </a:r>
            <a:r>
              <a:rPr sz="3400" spc="65" dirty="0">
                <a:latin typeface="Times New Roman"/>
                <a:cs typeface="Times New Roman"/>
              </a:rPr>
              <a:t>Application</a:t>
            </a:r>
            <a:endParaRPr sz="3400" dirty="0">
              <a:latin typeface="Times New Roman"/>
              <a:cs typeface="Times New Roman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7004660" y="7689862"/>
            <a:ext cx="8088630" cy="2536190"/>
            <a:chOff x="6968072" y="7249073"/>
            <a:chExt cx="8088630" cy="2536190"/>
          </a:xfrm>
        </p:grpSpPr>
        <p:sp>
          <p:nvSpPr>
            <p:cNvPr id="46" name="object 46"/>
            <p:cNvSpPr/>
            <p:nvPr/>
          </p:nvSpPr>
          <p:spPr>
            <a:xfrm>
              <a:off x="11624802" y="7268123"/>
              <a:ext cx="3413125" cy="1591310"/>
            </a:xfrm>
            <a:custGeom>
              <a:avLst/>
              <a:gdLst/>
              <a:ahLst/>
              <a:cxnLst/>
              <a:rect l="l" t="t" r="r" b="b"/>
              <a:pathLst>
                <a:path w="3413125" h="1591309">
                  <a:moveTo>
                    <a:pt x="0" y="1591148"/>
                  </a:moveTo>
                  <a:lnTo>
                    <a:pt x="3412759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006172" y="8345423"/>
              <a:ext cx="4572635" cy="1401445"/>
            </a:xfrm>
            <a:custGeom>
              <a:avLst/>
              <a:gdLst/>
              <a:ahLst/>
              <a:cxnLst/>
              <a:rect l="l" t="t" r="r" b="b"/>
              <a:pathLst>
                <a:path w="4572634" h="1401445">
                  <a:moveTo>
                    <a:pt x="0" y="0"/>
                  </a:moveTo>
                  <a:lnTo>
                    <a:pt x="4572285" y="0"/>
                  </a:lnTo>
                  <a:lnTo>
                    <a:pt x="4572285" y="1401216"/>
                  </a:lnTo>
                  <a:lnTo>
                    <a:pt x="0" y="1401216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7600" y="571500"/>
            <a:ext cx="12053569" cy="1350164"/>
          </a:xfrm>
          <a:prstGeom prst="rect">
            <a:avLst/>
          </a:prstGeom>
        </p:spPr>
        <p:txBody>
          <a:bodyPr vert="horz" wrap="square" lIns="0" tIns="423064" rIns="0" bIns="0" rtlCol="0">
            <a:spAutoFit/>
          </a:bodyPr>
          <a:lstStyle/>
          <a:p>
            <a:pPr marL="2530475">
              <a:lnSpc>
                <a:spcPct val="100000"/>
              </a:lnSpc>
              <a:spcBef>
                <a:spcPts val="100"/>
              </a:spcBef>
            </a:pPr>
            <a:r>
              <a:rPr spc="75" dirty="0"/>
              <a:t>API</a:t>
            </a:r>
            <a:r>
              <a:rPr spc="-5" dirty="0"/>
              <a:t> </a:t>
            </a:r>
            <a:r>
              <a:rPr spc="-10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8800" y="3238500"/>
            <a:ext cx="16459200" cy="53632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200" indent="-5715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600" dirty="0"/>
              <a:t>Implement </a:t>
            </a:r>
            <a:r>
              <a:rPr lang="en-US" sz="3600" b="1" dirty="0">
                <a:solidFill>
                  <a:srgbClr val="C00000"/>
                </a:solidFill>
              </a:rPr>
              <a:t>JWT and Google OAuth </a:t>
            </a:r>
            <a:r>
              <a:rPr lang="en-US" sz="3600" dirty="0"/>
              <a:t>for authentication and user management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3600" dirty="0">
              <a:latin typeface="Arial MT"/>
              <a:cs typeface="Arial MT"/>
            </a:endParaRPr>
          </a:p>
          <a:p>
            <a:pPr marL="584200" indent="-5715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3600" dirty="0">
                <a:latin typeface="Arial MT"/>
                <a:cs typeface="Arial MT"/>
              </a:rPr>
              <a:t>Provides</a:t>
            </a:r>
            <a:r>
              <a:rPr sz="3600" spc="-4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secure</a:t>
            </a:r>
            <a:r>
              <a:rPr sz="3600" spc="-35" dirty="0">
                <a:latin typeface="Arial MT"/>
                <a:cs typeface="Arial MT"/>
              </a:rPr>
              <a:t> </a:t>
            </a:r>
            <a:r>
              <a:rPr sz="3600" b="1" dirty="0">
                <a:solidFill>
                  <a:srgbClr val="BF0000"/>
                </a:solidFill>
                <a:latin typeface="Arial"/>
                <a:cs typeface="Arial"/>
              </a:rPr>
              <a:t>signup,</a:t>
            </a:r>
            <a:r>
              <a:rPr sz="3600" b="1" spc="-40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BF0000"/>
                </a:solidFill>
                <a:latin typeface="Arial"/>
                <a:cs typeface="Arial"/>
              </a:rPr>
              <a:t>login,</a:t>
            </a:r>
            <a:r>
              <a:rPr sz="3600" b="1" spc="-35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sz="3600" dirty="0">
                <a:latin typeface="Arial MT"/>
                <a:cs typeface="Arial MT"/>
              </a:rPr>
              <a:t>and</a:t>
            </a:r>
            <a:r>
              <a:rPr sz="3600" spc="-40" dirty="0">
                <a:latin typeface="Arial MT"/>
                <a:cs typeface="Arial MT"/>
              </a:rPr>
              <a:t> </a:t>
            </a:r>
            <a:r>
              <a:rPr sz="3600" b="1" dirty="0">
                <a:solidFill>
                  <a:srgbClr val="BF0000"/>
                </a:solidFill>
                <a:latin typeface="Arial"/>
                <a:cs typeface="Arial"/>
              </a:rPr>
              <a:t>session</a:t>
            </a:r>
            <a:r>
              <a:rPr sz="3600" b="1" spc="-35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sz="3600" b="1" spc="-10" dirty="0">
                <a:solidFill>
                  <a:srgbClr val="BF0000"/>
                </a:solidFill>
                <a:latin typeface="Arial"/>
                <a:cs typeface="Arial"/>
              </a:rPr>
              <a:t>handling</a:t>
            </a:r>
            <a:endParaRPr lang="en-US" sz="3600" b="1" spc="-10" dirty="0">
              <a:solidFill>
                <a:srgbClr val="BF0000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endParaRPr sz="3600" dirty="0">
              <a:latin typeface="Arial"/>
              <a:cs typeface="Arial"/>
            </a:endParaRPr>
          </a:p>
          <a:p>
            <a:pPr marL="584200" marR="5080" indent="-571500">
              <a:lnSpc>
                <a:spcPct val="197900"/>
              </a:lnSpc>
              <a:buFont typeface="Arial" panose="020B0604020202020204" pitchFamily="34" charset="0"/>
              <a:buChar char="•"/>
            </a:pPr>
            <a:r>
              <a:rPr sz="3600" dirty="0">
                <a:latin typeface="Arial MT"/>
                <a:cs typeface="Arial MT"/>
              </a:rPr>
              <a:t>Supports </a:t>
            </a:r>
            <a:r>
              <a:rPr sz="3600" b="1" dirty="0">
                <a:solidFill>
                  <a:srgbClr val="BF0000"/>
                </a:solidFill>
                <a:latin typeface="Arial"/>
                <a:cs typeface="Arial"/>
              </a:rPr>
              <a:t>role-based access </a:t>
            </a:r>
            <a:r>
              <a:rPr sz="3600" dirty="0">
                <a:latin typeface="Arial MT"/>
                <a:cs typeface="Arial MT"/>
              </a:rPr>
              <a:t>for </a:t>
            </a:r>
            <a:r>
              <a:rPr lang="en-US" sz="3600" dirty="0">
                <a:latin typeface="Arial MT"/>
                <a:cs typeface="Arial MT"/>
              </a:rPr>
              <a:t>travelers , admins and package providers </a:t>
            </a:r>
          </a:p>
          <a:p>
            <a:pPr marL="584200" marR="5080" indent="-571500">
              <a:lnSpc>
                <a:spcPct val="1979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Arial MT"/>
                <a:cs typeface="Arial MT"/>
              </a:rPr>
              <a:t>Simplifies </a:t>
            </a:r>
            <a:r>
              <a:rPr sz="3600" dirty="0">
                <a:latin typeface="Arial MT"/>
                <a:cs typeface="Arial MT"/>
              </a:rPr>
              <a:t>integration</a:t>
            </a:r>
            <a:r>
              <a:rPr sz="3600" spc="-2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with</a:t>
            </a:r>
            <a:r>
              <a:rPr sz="3600" spc="-20" dirty="0">
                <a:latin typeface="Arial MT"/>
                <a:cs typeface="Arial MT"/>
              </a:rPr>
              <a:t> </a:t>
            </a:r>
            <a:r>
              <a:rPr sz="3600" b="1" dirty="0">
                <a:solidFill>
                  <a:srgbClr val="BF0000"/>
                </a:solidFill>
                <a:latin typeface="Arial"/>
                <a:cs typeface="Arial"/>
              </a:rPr>
              <a:t>React.js</a:t>
            </a:r>
            <a:r>
              <a:rPr sz="3600" b="1" spc="-20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BF0000"/>
                </a:solidFill>
                <a:latin typeface="Arial"/>
                <a:cs typeface="Arial"/>
              </a:rPr>
              <a:t>frontend</a:t>
            </a:r>
            <a:r>
              <a:rPr sz="3600" b="1" spc="-20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and</a:t>
            </a:r>
            <a:r>
              <a:rPr sz="3600" b="1" spc="-25" dirty="0"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BF0000"/>
                </a:solidFill>
                <a:latin typeface="Arial"/>
                <a:cs typeface="Arial"/>
              </a:rPr>
              <a:t>Node.js</a:t>
            </a:r>
            <a:r>
              <a:rPr sz="3600" b="1" spc="-20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sz="3600" b="1" spc="-10" dirty="0">
                <a:solidFill>
                  <a:srgbClr val="BF0000"/>
                </a:solidFill>
                <a:latin typeface="Arial"/>
                <a:cs typeface="Arial"/>
              </a:rPr>
              <a:t>backend </a:t>
            </a:r>
            <a:endParaRPr lang="en-US" sz="3600" b="1" spc="-10" dirty="0">
              <a:solidFill>
                <a:srgbClr val="BF0000"/>
              </a:solidFill>
              <a:latin typeface="Arial"/>
              <a:cs typeface="Arial"/>
            </a:endParaRPr>
          </a:p>
          <a:p>
            <a:pPr marL="584200" marR="5080" indent="-571500">
              <a:lnSpc>
                <a:spcPct val="197900"/>
              </a:lnSpc>
              <a:buFont typeface="Arial" panose="020B0604020202020204" pitchFamily="34" charset="0"/>
              <a:buChar char="•"/>
            </a:pPr>
            <a:r>
              <a:rPr sz="3600" dirty="0">
                <a:latin typeface="Arial MT"/>
                <a:cs typeface="Arial MT"/>
              </a:rPr>
              <a:t>Ensures </a:t>
            </a:r>
            <a:r>
              <a:rPr sz="3600" b="1" dirty="0">
                <a:solidFill>
                  <a:srgbClr val="BF0000"/>
                </a:solidFill>
                <a:latin typeface="Arial"/>
                <a:cs typeface="Arial"/>
              </a:rPr>
              <a:t>scalable </a:t>
            </a:r>
            <a:r>
              <a:rPr sz="3600" dirty="0">
                <a:latin typeface="Arial MT"/>
                <a:cs typeface="Arial MT"/>
              </a:rPr>
              <a:t>and </a:t>
            </a:r>
            <a:r>
              <a:rPr sz="3600" b="1" dirty="0">
                <a:solidFill>
                  <a:srgbClr val="BF0000"/>
                </a:solidFill>
                <a:latin typeface="Arial"/>
                <a:cs typeface="Arial"/>
              </a:rPr>
              <a:t>secure user identity </a:t>
            </a:r>
            <a:r>
              <a:rPr sz="3600" b="1" spc="-10" dirty="0">
                <a:solidFill>
                  <a:srgbClr val="BF0000"/>
                </a:solidFill>
                <a:latin typeface="Arial"/>
                <a:cs typeface="Arial"/>
              </a:rPr>
              <a:t>management</a:t>
            </a:r>
            <a:endParaRPr sz="3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00600" y="373037"/>
            <a:ext cx="1097470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33700" algn="l"/>
                <a:tab pos="4807585" algn="l"/>
              </a:tabLst>
            </a:pPr>
            <a:r>
              <a:rPr spc="65" dirty="0"/>
              <a:t>FRONT</a:t>
            </a:r>
            <a:r>
              <a:rPr dirty="0"/>
              <a:t>	</a:t>
            </a:r>
            <a:r>
              <a:rPr spc="145" dirty="0"/>
              <a:t>END</a:t>
            </a:r>
            <a:r>
              <a:rPr dirty="0"/>
              <a:t>	</a:t>
            </a:r>
            <a:r>
              <a:rPr spc="105" dirty="0"/>
              <a:t>DEVELOPMENT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-203030" y="2301907"/>
            <a:ext cx="18694060" cy="7454821"/>
          </a:xfrm>
          <a:prstGeom prst="rect">
            <a:avLst/>
          </a:prstGeom>
        </p:spPr>
        <p:txBody>
          <a:bodyPr vert="horz" wrap="square" lIns="0" tIns="1309457" rIns="0" bIns="0" rtlCol="0">
            <a:spAutoFit/>
          </a:bodyPr>
          <a:lstStyle/>
          <a:p>
            <a:pPr marL="2380614" indent="-5715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dirty="0"/>
              <a:t>Used </a:t>
            </a:r>
            <a:r>
              <a:rPr b="1" dirty="0">
                <a:solidFill>
                  <a:srgbClr val="BF0000"/>
                </a:solidFill>
                <a:latin typeface="Arial"/>
                <a:cs typeface="Arial"/>
              </a:rPr>
              <a:t>React.js </a:t>
            </a:r>
            <a:r>
              <a:rPr dirty="0"/>
              <a:t>for building dynamic and reusable UI </a:t>
            </a:r>
            <a:r>
              <a:rPr spc="-10" dirty="0"/>
              <a:t>components</a:t>
            </a:r>
          </a:p>
          <a:p>
            <a:pPr marL="2380614" marR="5080" indent="-571500">
              <a:lnSpc>
                <a:spcPct val="208300"/>
              </a:lnSpc>
              <a:buFont typeface="Arial" panose="020B0604020202020204" pitchFamily="34" charset="0"/>
              <a:buChar char="•"/>
            </a:pPr>
            <a:r>
              <a:rPr dirty="0"/>
              <a:t>Implemented</a:t>
            </a:r>
            <a:r>
              <a:rPr spc="-15" dirty="0"/>
              <a:t> </a:t>
            </a:r>
            <a:r>
              <a:rPr b="1" dirty="0">
                <a:solidFill>
                  <a:srgbClr val="BF0000"/>
                </a:solidFill>
                <a:latin typeface="Arial"/>
                <a:cs typeface="Arial"/>
              </a:rPr>
              <a:t>responsive</a:t>
            </a:r>
            <a:r>
              <a:rPr b="1" spc="-15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BF0000"/>
                </a:solidFill>
                <a:latin typeface="Arial"/>
                <a:cs typeface="Arial"/>
              </a:rPr>
              <a:t>design</a:t>
            </a:r>
            <a:r>
              <a:rPr b="1" spc="-15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/>
              <a:t>with</a:t>
            </a:r>
            <a:r>
              <a:rPr spc="-10" dirty="0"/>
              <a:t> </a:t>
            </a:r>
            <a:r>
              <a:rPr b="1" dirty="0">
                <a:solidFill>
                  <a:srgbClr val="BF0000"/>
                </a:solidFill>
                <a:latin typeface="Arial"/>
                <a:cs typeface="Arial"/>
              </a:rPr>
              <a:t>HTML,</a:t>
            </a:r>
            <a:r>
              <a:rPr b="1" spc="-15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BF0000"/>
                </a:solidFill>
                <a:latin typeface="Arial"/>
                <a:cs typeface="Arial"/>
              </a:rPr>
              <a:t>CSS,</a:t>
            </a:r>
            <a:r>
              <a:rPr b="1" spc="-15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lang="en-IN" b="1" dirty="0">
                <a:solidFill>
                  <a:srgbClr val="C00000"/>
                </a:solidFill>
              </a:rPr>
              <a:t>Material-UI </a:t>
            </a:r>
          </a:p>
          <a:p>
            <a:pPr marL="2380614" marR="5080" indent="-571500">
              <a:lnSpc>
                <a:spcPct val="208300"/>
              </a:lnSpc>
              <a:buFont typeface="Arial" panose="020B0604020202020204" pitchFamily="34" charset="0"/>
              <a:buChar char="•"/>
            </a:pPr>
            <a:r>
              <a:rPr dirty="0"/>
              <a:t>Created</a:t>
            </a:r>
            <a:r>
              <a:rPr spc="-10" dirty="0"/>
              <a:t> </a:t>
            </a:r>
            <a:r>
              <a:rPr lang="en-US" b="1" dirty="0">
                <a:solidFill>
                  <a:srgbClr val="BF0000"/>
                </a:solidFill>
                <a:latin typeface="Arial"/>
                <a:cs typeface="Arial"/>
              </a:rPr>
              <a:t>traveler </a:t>
            </a:r>
            <a:r>
              <a:rPr dirty="0"/>
              <a:t>and</a:t>
            </a:r>
            <a:r>
              <a:rPr spc="-5" dirty="0"/>
              <a:t> </a:t>
            </a:r>
            <a:r>
              <a:rPr lang="en-US" b="1" dirty="0">
                <a:solidFill>
                  <a:srgbClr val="BF0000"/>
                </a:solidFill>
                <a:latin typeface="Arial"/>
                <a:cs typeface="Arial"/>
              </a:rPr>
              <a:t>admin</a:t>
            </a:r>
            <a:r>
              <a:rPr b="1" spc="-5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BF0000"/>
                </a:solidFill>
                <a:latin typeface="Arial"/>
                <a:cs typeface="Arial"/>
              </a:rPr>
              <a:t>dashboards</a:t>
            </a:r>
            <a:r>
              <a:rPr b="1" spc="-10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/>
              <a:t>for</a:t>
            </a:r>
            <a:r>
              <a:rPr spc="-5" dirty="0"/>
              <a:t> </a:t>
            </a:r>
            <a:r>
              <a:rPr dirty="0"/>
              <a:t>role-based</a:t>
            </a:r>
            <a:r>
              <a:rPr spc="-5" dirty="0"/>
              <a:t> </a:t>
            </a:r>
            <a:r>
              <a:rPr spc="-10" dirty="0"/>
              <a:t>interaction </a:t>
            </a:r>
            <a:endParaRPr lang="en-US" spc="-10" dirty="0"/>
          </a:p>
          <a:p>
            <a:pPr marL="2380614" marR="5080" indent="-571500">
              <a:lnSpc>
                <a:spcPct val="208300"/>
              </a:lnSpc>
              <a:buFont typeface="Arial" panose="020B0604020202020204" pitchFamily="34" charset="0"/>
              <a:buChar char="•"/>
            </a:pPr>
            <a:r>
              <a:rPr dirty="0"/>
              <a:t>Integrated </a:t>
            </a:r>
            <a:r>
              <a:rPr lang="en-US" b="1" dirty="0">
                <a:solidFill>
                  <a:srgbClr val="C00000"/>
                </a:solidFill>
              </a:rPr>
              <a:t>JWT and Google OAuth authentication </a:t>
            </a:r>
            <a:r>
              <a:rPr dirty="0"/>
              <a:t>for secure login and </a:t>
            </a:r>
            <a:r>
              <a:rPr spc="-10" dirty="0"/>
              <a:t>signup</a:t>
            </a:r>
          </a:p>
          <a:p>
            <a:pPr marL="2380614" marR="210185" indent="-571500">
              <a:lnSpc>
                <a:spcPct val="208300"/>
              </a:lnSpc>
              <a:buFont typeface="Arial" panose="020B0604020202020204" pitchFamily="34" charset="0"/>
              <a:buChar char="•"/>
            </a:pPr>
            <a:r>
              <a:rPr dirty="0"/>
              <a:t>Enabled</a:t>
            </a:r>
            <a:r>
              <a:rPr spc="-10" dirty="0"/>
              <a:t> </a:t>
            </a:r>
            <a:r>
              <a:rPr lang="en-US" b="1" dirty="0">
                <a:solidFill>
                  <a:srgbClr val="C00000"/>
                </a:solidFill>
              </a:rPr>
              <a:t>blog creation, social interactions, trip planning and package booking</a:t>
            </a:r>
            <a:r>
              <a:rPr lang="en-US" dirty="0"/>
              <a:t> </a:t>
            </a:r>
            <a:r>
              <a:rPr spc="-20" dirty="0"/>
              <a:t>with </a:t>
            </a:r>
            <a:r>
              <a:rPr dirty="0"/>
              <a:t>smooth </a:t>
            </a:r>
            <a:r>
              <a:rPr spc="-10" dirty="0"/>
              <a:t>navigation</a:t>
            </a: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7815" y="1331253"/>
            <a:ext cx="1781174" cy="17811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04589" y="1771565"/>
            <a:ext cx="1104899" cy="9810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20035" y="1696381"/>
            <a:ext cx="1800224" cy="104774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92913" y="1578008"/>
            <a:ext cx="2038349" cy="14477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630335" y="1620182"/>
            <a:ext cx="1200149" cy="12001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24708" y="9674225"/>
            <a:ext cx="15875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0" dirty="0">
                <a:solidFill>
                  <a:srgbClr val="8798C2"/>
                </a:solidFill>
                <a:latin typeface="Times New Roman"/>
                <a:cs typeface="Times New Roman"/>
              </a:rPr>
              <a:t>9</a:t>
            </a:r>
            <a:endParaRPr sz="21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55277" y="1303001"/>
            <a:ext cx="2371724" cy="229552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6798352" y="1502106"/>
            <a:ext cx="1067435" cy="2372360"/>
            <a:chOff x="6798352" y="1502106"/>
            <a:chExt cx="1067435" cy="2372360"/>
          </a:xfrm>
        </p:grpSpPr>
        <p:sp>
          <p:nvSpPr>
            <p:cNvPr id="5" name="object 5"/>
            <p:cNvSpPr/>
            <p:nvPr/>
          </p:nvSpPr>
          <p:spPr>
            <a:xfrm>
              <a:off x="7324472" y="1508554"/>
              <a:ext cx="541020" cy="2052955"/>
            </a:xfrm>
            <a:custGeom>
              <a:avLst/>
              <a:gdLst/>
              <a:ahLst/>
              <a:cxnLst/>
              <a:rect l="l" t="t" r="r" b="b"/>
              <a:pathLst>
                <a:path w="541020" h="2052954">
                  <a:moveTo>
                    <a:pt x="97637" y="2052727"/>
                  </a:moveTo>
                  <a:lnTo>
                    <a:pt x="63411" y="2031997"/>
                  </a:lnTo>
                  <a:lnTo>
                    <a:pt x="44768" y="1998437"/>
                  </a:lnTo>
                  <a:lnTo>
                    <a:pt x="28714" y="1951540"/>
                  </a:lnTo>
                  <a:lnTo>
                    <a:pt x="18565" y="1898304"/>
                  </a:lnTo>
                  <a:lnTo>
                    <a:pt x="12901" y="1839648"/>
                  </a:lnTo>
                  <a:lnTo>
                    <a:pt x="0" y="0"/>
                  </a:lnTo>
                  <a:lnTo>
                    <a:pt x="63408" y="118882"/>
                  </a:lnTo>
                  <a:lnTo>
                    <a:pt x="85878" y="150048"/>
                  </a:lnTo>
                  <a:lnTo>
                    <a:pt x="111299" y="178324"/>
                  </a:lnTo>
                  <a:lnTo>
                    <a:pt x="150576" y="218563"/>
                  </a:lnTo>
                  <a:lnTo>
                    <a:pt x="188620" y="259879"/>
                  </a:lnTo>
                  <a:lnTo>
                    <a:pt x="225203" y="302405"/>
                  </a:lnTo>
                  <a:lnTo>
                    <a:pt x="260094" y="346271"/>
                  </a:lnTo>
                  <a:lnTo>
                    <a:pt x="291291" y="388982"/>
                  </a:lnTo>
                  <a:lnTo>
                    <a:pt x="320475" y="432609"/>
                  </a:lnTo>
                  <a:lnTo>
                    <a:pt x="347731" y="477137"/>
                  </a:lnTo>
                  <a:lnTo>
                    <a:pt x="373146" y="522547"/>
                  </a:lnTo>
                  <a:lnTo>
                    <a:pt x="396805" y="568824"/>
                  </a:lnTo>
                  <a:lnTo>
                    <a:pt x="418794" y="615951"/>
                  </a:lnTo>
                  <a:lnTo>
                    <a:pt x="439197" y="663909"/>
                  </a:lnTo>
                  <a:lnTo>
                    <a:pt x="458100" y="712684"/>
                  </a:lnTo>
                  <a:lnTo>
                    <a:pt x="475590" y="762257"/>
                  </a:lnTo>
                  <a:lnTo>
                    <a:pt x="491751" y="812612"/>
                  </a:lnTo>
                  <a:lnTo>
                    <a:pt x="506081" y="864486"/>
                  </a:lnTo>
                  <a:lnTo>
                    <a:pt x="518008" y="916764"/>
                  </a:lnTo>
                  <a:lnTo>
                    <a:pt x="527493" y="969405"/>
                  </a:lnTo>
                  <a:lnTo>
                    <a:pt x="534497" y="1022367"/>
                  </a:lnTo>
                  <a:lnTo>
                    <a:pt x="538980" y="1075608"/>
                  </a:lnTo>
                  <a:lnTo>
                    <a:pt x="540904" y="1129089"/>
                  </a:lnTo>
                  <a:lnTo>
                    <a:pt x="540704" y="1182070"/>
                  </a:lnTo>
                  <a:lnTo>
                    <a:pt x="538373" y="1234212"/>
                  </a:lnTo>
                  <a:lnTo>
                    <a:pt x="533916" y="1285512"/>
                  </a:lnTo>
                  <a:lnTo>
                    <a:pt x="527335" y="1335970"/>
                  </a:lnTo>
                  <a:lnTo>
                    <a:pt x="518634" y="1385585"/>
                  </a:lnTo>
                  <a:lnTo>
                    <a:pt x="507817" y="1434355"/>
                  </a:lnTo>
                  <a:lnTo>
                    <a:pt x="494886" y="1482279"/>
                  </a:lnTo>
                  <a:lnTo>
                    <a:pt x="479847" y="1529356"/>
                  </a:lnTo>
                  <a:lnTo>
                    <a:pt x="462701" y="1575584"/>
                  </a:lnTo>
                  <a:lnTo>
                    <a:pt x="443453" y="1620963"/>
                  </a:lnTo>
                  <a:lnTo>
                    <a:pt x="422107" y="1665491"/>
                  </a:lnTo>
                  <a:lnTo>
                    <a:pt x="398665" y="1709168"/>
                  </a:lnTo>
                  <a:lnTo>
                    <a:pt x="373131" y="1751990"/>
                  </a:lnTo>
                  <a:lnTo>
                    <a:pt x="345509" y="1793959"/>
                  </a:lnTo>
                  <a:lnTo>
                    <a:pt x="315802" y="1835071"/>
                  </a:lnTo>
                  <a:lnTo>
                    <a:pt x="284014" y="1875327"/>
                  </a:lnTo>
                  <a:lnTo>
                    <a:pt x="250148" y="1914725"/>
                  </a:lnTo>
                  <a:lnTo>
                    <a:pt x="214208" y="1953263"/>
                  </a:lnTo>
                  <a:lnTo>
                    <a:pt x="157927" y="2005385"/>
                  </a:lnTo>
                  <a:lnTo>
                    <a:pt x="128297" y="2029702"/>
                  </a:lnTo>
                  <a:lnTo>
                    <a:pt x="97637" y="2052727"/>
                  </a:lnTo>
                  <a:close/>
                </a:path>
              </a:pathLst>
            </a:custGeom>
            <a:solidFill>
              <a:srgbClr val="5895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798352" y="1502106"/>
              <a:ext cx="541020" cy="2081530"/>
            </a:xfrm>
            <a:custGeom>
              <a:avLst/>
              <a:gdLst/>
              <a:ahLst/>
              <a:cxnLst/>
              <a:rect l="l" t="t" r="r" b="b"/>
              <a:pathLst>
                <a:path w="541020" h="2081529">
                  <a:moveTo>
                    <a:pt x="498944" y="2081188"/>
                  </a:moveTo>
                  <a:lnTo>
                    <a:pt x="487287" y="2081188"/>
                  </a:lnTo>
                  <a:lnTo>
                    <a:pt x="428296" y="2033503"/>
                  </a:lnTo>
                  <a:lnTo>
                    <a:pt x="372201" y="1982984"/>
                  </a:lnTo>
                  <a:lnTo>
                    <a:pt x="336028" y="1946350"/>
                  </a:lnTo>
                  <a:lnTo>
                    <a:pt x="301315" y="1908764"/>
                  </a:lnTo>
                  <a:lnTo>
                    <a:pt x="268121" y="1870190"/>
                  </a:lnTo>
                  <a:lnTo>
                    <a:pt x="236504" y="1830592"/>
                  </a:lnTo>
                  <a:lnTo>
                    <a:pt x="206522" y="1789935"/>
                  </a:lnTo>
                  <a:lnTo>
                    <a:pt x="178234" y="1748183"/>
                  </a:lnTo>
                  <a:lnTo>
                    <a:pt x="151699" y="1705301"/>
                  </a:lnTo>
                  <a:lnTo>
                    <a:pt x="126975" y="1661253"/>
                  </a:lnTo>
                  <a:lnTo>
                    <a:pt x="104121" y="1616003"/>
                  </a:lnTo>
                  <a:lnTo>
                    <a:pt x="83195" y="1569517"/>
                  </a:lnTo>
                  <a:lnTo>
                    <a:pt x="64255" y="1521759"/>
                  </a:lnTo>
                  <a:lnTo>
                    <a:pt x="47361" y="1472692"/>
                  </a:lnTo>
                  <a:lnTo>
                    <a:pt x="29374" y="1387644"/>
                  </a:lnTo>
                  <a:lnTo>
                    <a:pt x="20715" y="1330001"/>
                  </a:lnTo>
                  <a:lnTo>
                    <a:pt x="6571" y="1206212"/>
                  </a:lnTo>
                  <a:lnTo>
                    <a:pt x="2088" y="1148757"/>
                  </a:lnTo>
                  <a:lnTo>
                    <a:pt x="0" y="1100058"/>
                  </a:lnTo>
                  <a:lnTo>
                    <a:pt x="807" y="1064459"/>
                  </a:lnTo>
                  <a:lnTo>
                    <a:pt x="5083" y="1013663"/>
                  </a:lnTo>
                  <a:lnTo>
                    <a:pt x="10882" y="963303"/>
                  </a:lnTo>
                  <a:lnTo>
                    <a:pt x="18244" y="913388"/>
                  </a:lnTo>
                  <a:lnTo>
                    <a:pt x="27207" y="863928"/>
                  </a:lnTo>
                  <a:lnTo>
                    <a:pt x="37809" y="814932"/>
                  </a:lnTo>
                  <a:lnTo>
                    <a:pt x="50090" y="766409"/>
                  </a:lnTo>
                  <a:lnTo>
                    <a:pt x="64088" y="718370"/>
                  </a:lnTo>
                  <a:lnTo>
                    <a:pt x="79841" y="670824"/>
                  </a:lnTo>
                  <a:lnTo>
                    <a:pt x="97389" y="623780"/>
                  </a:lnTo>
                  <a:lnTo>
                    <a:pt x="116770" y="577249"/>
                  </a:lnTo>
                  <a:lnTo>
                    <a:pt x="138022" y="531238"/>
                  </a:lnTo>
                  <a:lnTo>
                    <a:pt x="161185" y="485758"/>
                  </a:lnTo>
                  <a:lnTo>
                    <a:pt x="186043" y="441503"/>
                  </a:lnTo>
                  <a:lnTo>
                    <a:pt x="212290" y="398355"/>
                  </a:lnTo>
                  <a:lnTo>
                    <a:pt x="239980" y="356368"/>
                  </a:lnTo>
                  <a:lnTo>
                    <a:pt x="269166" y="315593"/>
                  </a:lnTo>
                  <a:lnTo>
                    <a:pt x="299901" y="276085"/>
                  </a:lnTo>
                  <a:lnTo>
                    <a:pt x="332238" y="237897"/>
                  </a:lnTo>
                  <a:lnTo>
                    <a:pt x="366231" y="201081"/>
                  </a:lnTo>
                  <a:lnTo>
                    <a:pt x="401933" y="165690"/>
                  </a:lnTo>
                  <a:lnTo>
                    <a:pt x="483782" y="90526"/>
                  </a:lnTo>
                  <a:lnTo>
                    <a:pt x="496345" y="74931"/>
                  </a:lnTo>
                  <a:lnTo>
                    <a:pt x="505940" y="58144"/>
                  </a:lnTo>
                  <a:lnTo>
                    <a:pt x="513126" y="40801"/>
                  </a:lnTo>
                  <a:lnTo>
                    <a:pt x="517416" y="22735"/>
                  </a:lnTo>
                  <a:lnTo>
                    <a:pt x="518323" y="3779"/>
                  </a:lnTo>
                  <a:lnTo>
                    <a:pt x="521755" y="0"/>
                  </a:lnTo>
                  <a:lnTo>
                    <a:pt x="524857" y="0"/>
                  </a:lnTo>
                  <a:lnTo>
                    <a:pt x="526119" y="2519"/>
                  </a:lnTo>
                  <a:lnTo>
                    <a:pt x="540524" y="1818964"/>
                  </a:lnTo>
                  <a:lnTo>
                    <a:pt x="512315" y="2025464"/>
                  </a:lnTo>
                  <a:lnTo>
                    <a:pt x="500206" y="2070812"/>
                  </a:lnTo>
                  <a:lnTo>
                    <a:pt x="498944" y="2081188"/>
                  </a:lnTo>
                  <a:close/>
                </a:path>
              </a:pathLst>
            </a:custGeom>
            <a:solidFill>
              <a:srgbClr val="6BAB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285640" y="3284828"/>
              <a:ext cx="134620" cy="589280"/>
            </a:xfrm>
            <a:custGeom>
              <a:avLst/>
              <a:gdLst/>
              <a:ahLst/>
              <a:cxnLst/>
              <a:rect l="l" t="t" r="r" b="b"/>
              <a:pathLst>
                <a:path w="134620" h="589279">
                  <a:moveTo>
                    <a:pt x="99568" y="589151"/>
                  </a:moveTo>
                  <a:lnTo>
                    <a:pt x="91772" y="589151"/>
                  </a:lnTo>
                  <a:lnTo>
                    <a:pt x="83790" y="584426"/>
                  </a:lnTo>
                  <a:lnTo>
                    <a:pt x="44701" y="570791"/>
                  </a:lnTo>
                  <a:lnTo>
                    <a:pt x="37486" y="566564"/>
                  </a:lnTo>
                  <a:lnTo>
                    <a:pt x="35102" y="558474"/>
                  </a:lnTo>
                  <a:lnTo>
                    <a:pt x="34897" y="515479"/>
                  </a:lnTo>
                  <a:lnTo>
                    <a:pt x="31260" y="462420"/>
                  </a:lnTo>
                  <a:lnTo>
                    <a:pt x="25346" y="409854"/>
                  </a:lnTo>
                  <a:lnTo>
                    <a:pt x="15799" y="357774"/>
                  </a:lnTo>
                  <a:lnTo>
                    <a:pt x="0" y="302320"/>
                  </a:lnTo>
                  <a:lnTo>
                    <a:pt x="0" y="297132"/>
                  </a:lnTo>
                  <a:lnTo>
                    <a:pt x="28861" y="186683"/>
                  </a:lnTo>
                  <a:lnTo>
                    <a:pt x="35438" y="143183"/>
                  </a:lnTo>
                  <a:lnTo>
                    <a:pt x="40519" y="99485"/>
                  </a:lnTo>
                  <a:lnTo>
                    <a:pt x="45579" y="27293"/>
                  </a:lnTo>
                  <a:lnTo>
                    <a:pt x="47956" y="9957"/>
                  </a:lnTo>
                  <a:lnTo>
                    <a:pt x="51900" y="0"/>
                  </a:lnTo>
                  <a:lnTo>
                    <a:pt x="51900" y="33574"/>
                  </a:lnTo>
                  <a:lnTo>
                    <a:pt x="60642" y="117326"/>
                  </a:lnTo>
                  <a:lnTo>
                    <a:pt x="67916" y="159062"/>
                  </a:lnTo>
                  <a:lnTo>
                    <a:pt x="79075" y="200188"/>
                  </a:lnTo>
                  <a:lnTo>
                    <a:pt x="98379" y="242805"/>
                  </a:lnTo>
                  <a:lnTo>
                    <a:pt x="134613" y="276379"/>
                  </a:lnTo>
                  <a:lnTo>
                    <a:pt x="123374" y="294870"/>
                  </a:lnTo>
                  <a:lnTo>
                    <a:pt x="113582" y="313855"/>
                  </a:lnTo>
                  <a:lnTo>
                    <a:pt x="106213" y="333798"/>
                  </a:lnTo>
                  <a:lnTo>
                    <a:pt x="102240" y="355165"/>
                  </a:lnTo>
                  <a:lnTo>
                    <a:pt x="96883" y="400494"/>
                  </a:lnTo>
                  <a:lnTo>
                    <a:pt x="96969" y="534898"/>
                  </a:lnTo>
                  <a:lnTo>
                    <a:pt x="100830" y="577515"/>
                  </a:lnTo>
                  <a:lnTo>
                    <a:pt x="99568" y="589151"/>
                  </a:lnTo>
                  <a:close/>
                </a:path>
              </a:pathLst>
            </a:custGeom>
            <a:solidFill>
              <a:srgbClr val="C2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774680" y="233026"/>
            <a:ext cx="1020508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37965" algn="l"/>
              </a:tabLst>
            </a:pPr>
            <a:r>
              <a:rPr spc="-10" dirty="0"/>
              <a:t>BACKEND</a:t>
            </a:r>
            <a:r>
              <a:rPr dirty="0"/>
              <a:t>	</a:t>
            </a:r>
            <a:r>
              <a:rPr spc="105" dirty="0"/>
              <a:t>DEVELOPMENT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896610" y="4169314"/>
            <a:ext cx="14934190" cy="4598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200" indent="-5715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3600" dirty="0">
                <a:latin typeface="Arial MT"/>
                <a:cs typeface="Arial MT"/>
              </a:rPr>
              <a:t>APIs</a:t>
            </a:r>
            <a:r>
              <a:rPr sz="3600" spc="-1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will</a:t>
            </a:r>
            <a:r>
              <a:rPr sz="3600" spc="-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be</a:t>
            </a:r>
            <a:r>
              <a:rPr sz="3600" spc="-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developed</a:t>
            </a:r>
            <a:r>
              <a:rPr sz="3600" spc="-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in</a:t>
            </a:r>
            <a:r>
              <a:rPr sz="3600" spc="-5" dirty="0">
                <a:latin typeface="Arial MT"/>
                <a:cs typeface="Arial MT"/>
              </a:rPr>
              <a:t> </a:t>
            </a:r>
            <a:r>
              <a:rPr sz="3600" b="1" dirty="0">
                <a:solidFill>
                  <a:srgbClr val="BF0000"/>
                </a:solidFill>
                <a:latin typeface="Arial"/>
                <a:cs typeface="Arial"/>
              </a:rPr>
              <a:t>Express.js</a:t>
            </a:r>
            <a:r>
              <a:rPr sz="3600" b="1" spc="-5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sz="3600" dirty="0">
                <a:latin typeface="Arial MT"/>
                <a:cs typeface="Arial MT"/>
              </a:rPr>
              <a:t>for</a:t>
            </a:r>
            <a:r>
              <a:rPr sz="3600" spc="-5" dirty="0">
                <a:latin typeface="Arial MT"/>
                <a:cs typeface="Arial MT"/>
              </a:rPr>
              <a:t> </a:t>
            </a:r>
            <a:r>
              <a:rPr lang="en-US" sz="3600" dirty="0">
                <a:latin typeface="Arial MT"/>
                <a:cs typeface="Arial MT"/>
              </a:rPr>
              <a:t>blogs , trips and bookings</a:t>
            </a:r>
          </a:p>
          <a:p>
            <a:pPr marL="584200" indent="-5715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3600" b="1" dirty="0">
              <a:solidFill>
                <a:srgbClr val="C00000"/>
              </a:solidFill>
              <a:latin typeface="Arial MT"/>
              <a:cs typeface="Arial"/>
            </a:endParaRPr>
          </a:p>
          <a:p>
            <a:pPr marL="584200" indent="-5715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600" dirty="0"/>
              <a:t>Access control will be </a:t>
            </a:r>
            <a:r>
              <a:rPr lang="en-US" sz="3600" b="1" dirty="0">
                <a:solidFill>
                  <a:srgbClr val="C00000"/>
                </a:solidFill>
              </a:rPr>
              <a:t>role-based</a:t>
            </a:r>
            <a:r>
              <a:rPr lang="en-US" sz="3600" dirty="0"/>
              <a:t> </a:t>
            </a:r>
            <a:r>
              <a:rPr sz="3600" dirty="0">
                <a:latin typeface="Arial MT"/>
                <a:cs typeface="Arial MT"/>
              </a:rPr>
              <a:t>implemented</a:t>
            </a:r>
            <a:r>
              <a:rPr sz="3600" spc="-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for</a:t>
            </a:r>
            <a:r>
              <a:rPr sz="3600" spc="-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Admin,</a:t>
            </a:r>
            <a:r>
              <a:rPr sz="3600" spc="-5" dirty="0">
                <a:latin typeface="Arial MT"/>
                <a:cs typeface="Arial MT"/>
              </a:rPr>
              <a:t> </a:t>
            </a:r>
            <a:r>
              <a:rPr lang="en-US" sz="3600" spc="-10" dirty="0" err="1">
                <a:latin typeface="Arial MT"/>
                <a:cs typeface="Arial MT"/>
              </a:rPr>
              <a:t>Traveller</a:t>
            </a:r>
            <a:r>
              <a:rPr sz="3600" spc="-10" dirty="0">
                <a:latin typeface="Arial MT"/>
                <a:cs typeface="Arial MT"/>
              </a:rPr>
              <a:t>, </a:t>
            </a:r>
            <a:r>
              <a:rPr sz="3600" dirty="0">
                <a:latin typeface="Arial MT"/>
                <a:cs typeface="Arial MT"/>
              </a:rPr>
              <a:t>and </a:t>
            </a:r>
            <a:r>
              <a:rPr lang="en-US" sz="3600" dirty="0">
                <a:latin typeface="Arial MT"/>
                <a:cs typeface="Arial MT"/>
              </a:rPr>
              <a:t>Package Provider</a:t>
            </a:r>
            <a:endParaRPr sz="3600" dirty="0">
              <a:latin typeface="Arial MT"/>
              <a:cs typeface="Arial MT"/>
            </a:endParaRPr>
          </a:p>
          <a:p>
            <a:pPr marL="571500" indent="-571500">
              <a:lnSpc>
                <a:spcPct val="100000"/>
              </a:lnSpc>
              <a:spcBef>
                <a:spcPts val="465"/>
              </a:spcBef>
              <a:buFont typeface="Arial" panose="020B0604020202020204" pitchFamily="34" charset="0"/>
              <a:buChar char="•"/>
            </a:pPr>
            <a:endParaRPr sz="3600" dirty="0">
              <a:latin typeface="Arial MT"/>
              <a:cs typeface="Arial MT"/>
            </a:endParaRPr>
          </a:p>
          <a:p>
            <a:pPr marL="584200" indent="-5715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3600" dirty="0">
                <a:latin typeface="Arial MT"/>
                <a:cs typeface="Arial MT"/>
              </a:rPr>
              <a:t>Data</a:t>
            </a:r>
            <a:r>
              <a:rPr sz="3600" spc="-3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will</a:t>
            </a:r>
            <a:r>
              <a:rPr sz="3600" spc="-2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be</a:t>
            </a:r>
            <a:r>
              <a:rPr sz="3600" spc="-3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stored</a:t>
            </a:r>
            <a:r>
              <a:rPr sz="3600" spc="-2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and</a:t>
            </a:r>
            <a:r>
              <a:rPr sz="3600" spc="-3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managed</a:t>
            </a:r>
            <a:r>
              <a:rPr sz="3600" spc="-2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in</a:t>
            </a:r>
            <a:r>
              <a:rPr sz="3600" spc="-30" dirty="0">
                <a:latin typeface="Arial MT"/>
                <a:cs typeface="Arial MT"/>
              </a:rPr>
              <a:t> </a:t>
            </a:r>
            <a:r>
              <a:rPr sz="3600" b="1" dirty="0">
                <a:solidFill>
                  <a:srgbClr val="BF0000"/>
                </a:solidFill>
                <a:latin typeface="Arial"/>
                <a:cs typeface="Arial"/>
              </a:rPr>
              <a:t>MongoDB</a:t>
            </a:r>
            <a:r>
              <a:rPr sz="3600" b="1" spc="-25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sz="3600" b="1" spc="-10" dirty="0">
                <a:solidFill>
                  <a:srgbClr val="BF0000"/>
                </a:solidFill>
                <a:latin typeface="Arial"/>
                <a:cs typeface="Arial"/>
              </a:rPr>
              <a:t>collections</a:t>
            </a:r>
            <a:endParaRPr sz="3600" dirty="0">
              <a:latin typeface="Arial"/>
              <a:cs typeface="Arial"/>
            </a:endParaRPr>
          </a:p>
          <a:p>
            <a:pPr marL="571500" indent="-571500">
              <a:lnSpc>
                <a:spcPct val="100000"/>
              </a:lnSpc>
              <a:spcBef>
                <a:spcPts val="465"/>
              </a:spcBef>
              <a:buFont typeface="Arial" panose="020B0604020202020204" pitchFamily="34" charset="0"/>
              <a:buChar char="•"/>
            </a:pPr>
            <a:endParaRPr sz="3600" dirty="0">
              <a:latin typeface="Arial"/>
              <a:cs typeface="Arial"/>
            </a:endParaRPr>
          </a:p>
          <a:p>
            <a:pPr marL="584200" indent="-5715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3600" dirty="0">
                <a:latin typeface="Arial MT"/>
                <a:cs typeface="Arial MT"/>
              </a:rPr>
              <a:t>The</a:t>
            </a:r>
            <a:r>
              <a:rPr sz="3600" spc="-1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application</a:t>
            </a:r>
            <a:r>
              <a:rPr sz="3600" spc="-1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will</a:t>
            </a:r>
            <a:r>
              <a:rPr sz="3600" spc="-1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be</a:t>
            </a:r>
            <a:r>
              <a:rPr sz="3600" spc="-10" dirty="0">
                <a:latin typeface="Arial MT"/>
                <a:cs typeface="Arial MT"/>
              </a:rPr>
              <a:t> </a:t>
            </a:r>
            <a:r>
              <a:rPr sz="3600" b="1" dirty="0">
                <a:solidFill>
                  <a:srgbClr val="BF0000"/>
                </a:solidFill>
                <a:latin typeface="Arial"/>
                <a:cs typeface="Arial"/>
              </a:rPr>
              <a:t>deployed</a:t>
            </a:r>
            <a:r>
              <a:rPr sz="3600" b="1" spc="-10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BF0000"/>
                </a:solidFill>
                <a:latin typeface="Arial"/>
                <a:cs typeface="Arial"/>
              </a:rPr>
              <a:t>on</a:t>
            </a:r>
            <a:r>
              <a:rPr sz="3600" b="1" spc="-15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lang="en-US" sz="3600" b="1" dirty="0">
                <a:solidFill>
                  <a:srgbClr val="BF0000"/>
                </a:solidFill>
                <a:latin typeface="Arial"/>
                <a:cs typeface="Arial"/>
              </a:rPr>
              <a:t>Render</a:t>
            </a:r>
            <a:r>
              <a:rPr sz="3600" b="1" spc="-10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sz="3600" dirty="0">
                <a:latin typeface="Arial MT"/>
                <a:cs typeface="Arial MT"/>
              </a:rPr>
              <a:t>for</a:t>
            </a:r>
            <a:r>
              <a:rPr sz="3600" spc="-10" dirty="0">
                <a:latin typeface="Arial MT"/>
                <a:cs typeface="Arial MT"/>
              </a:rPr>
              <a:t> accessibility</a:t>
            </a:r>
            <a:endParaRPr sz="3600" dirty="0">
              <a:latin typeface="Arial MT"/>
              <a:cs typeface="Arial MT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60491" y="1955062"/>
            <a:ext cx="1819274" cy="129539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600886" y="1649773"/>
            <a:ext cx="1838324" cy="183832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A2B2333-FF9C-0AAF-FB37-55D2039F9E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0285" y="1743615"/>
            <a:ext cx="3283430" cy="18549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81400" y="679644"/>
            <a:ext cx="12053569" cy="1350164"/>
          </a:xfrm>
          <a:prstGeom prst="rect">
            <a:avLst/>
          </a:prstGeom>
        </p:spPr>
        <p:txBody>
          <a:bodyPr vert="horz" wrap="square" lIns="0" tIns="115500" rIns="0" bIns="0" rtlCol="0">
            <a:spAutoFit/>
          </a:bodyPr>
          <a:lstStyle/>
          <a:p>
            <a:pPr marL="3177540">
              <a:lnSpc>
                <a:spcPct val="100000"/>
              </a:lnSpc>
              <a:spcBef>
                <a:spcPts val="100"/>
              </a:spcBef>
            </a:pPr>
            <a:r>
              <a:rPr spc="125" dirty="0"/>
              <a:t>ADMIN</a:t>
            </a:r>
            <a:r>
              <a:rPr spc="5" dirty="0"/>
              <a:t> </a:t>
            </a:r>
            <a:r>
              <a:rPr spc="95" dirty="0"/>
              <a:t>PANEL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94873" y="2513304"/>
            <a:ext cx="67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Arial MT"/>
                <a:cs typeface="Arial MT"/>
              </a:rPr>
              <a:t>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73186" y="2617443"/>
            <a:ext cx="13204967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200" indent="-5715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3600" dirty="0">
                <a:latin typeface="Arial MT"/>
                <a:cs typeface="Arial MT"/>
              </a:rPr>
              <a:t>Provides a </a:t>
            </a:r>
            <a:r>
              <a:rPr sz="3600" b="1" dirty="0">
                <a:solidFill>
                  <a:srgbClr val="BF0000"/>
                </a:solidFill>
                <a:latin typeface="Arial"/>
                <a:cs typeface="Arial"/>
              </a:rPr>
              <a:t>centralized dashboard </a:t>
            </a:r>
            <a:r>
              <a:rPr sz="3600" dirty="0">
                <a:latin typeface="Arial MT"/>
                <a:cs typeface="Arial MT"/>
              </a:rPr>
              <a:t>for platform </a:t>
            </a:r>
            <a:r>
              <a:rPr sz="3600" spc="-10" dirty="0">
                <a:latin typeface="Arial MT"/>
                <a:cs typeface="Arial MT"/>
              </a:rPr>
              <a:t>management</a:t>
            </a:r>
            <a:endParaRPr sz="3600" dirty="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00400" y="3771900"/>
            <a:ext cx="14020800" cy="49930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200" indent="-5715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3600" b="1" dirty="0">
                <a:solidFill>
                  <a:srgbClr val="BF0000"/>
                </a:solidFill>
                <a:latin typeface="Arial"/>
                <a:cs typeface="Arial"/>
              </a:rPr>
              <a:t>Monitors</a:t>
            </a:r>
            <a:r>
              <a:rPr sz="3600" b="1" spc="-25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sz="3600" dirty="0">
                <a:latin typeface="Arial MT"/>
                <a:cs typeface="Arial MT"/>
              </a:rPr>
              <a:t>and</a:t>
            </a:r>
            <a:r>
              <a:rPr sz="3600" spc="-20" dirty="0">
                <a:latin typeface="Arial MT"/>
                <a:cs typeface="Arial MT"/>
              </a:rPr>
              <a:t> </a:t>
            </a:r>
            <a:r>
              <a:rPr sz="3600" b="1" dirty="0">
                <a:solidFill>
                  <a:srgbClr val="BF0000"/>
                </a:solidFill>
                <a:latin typeface="Arial"/>
                <a:cs typeface="Arial"/>
              </a:rPr>
              <a:t>manages</a:t>
            </a:r>
            <a:r>
              <a:rPr sz="3600" b="1" spc="-25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BF0000"/>
                </a:solidFill>
                <a:latin typeface="Arial"/>
                <a:cs typeface="Arial"/>
              </a:rPr>
              <a:t>users</a:t>
            </a:r>
            <a:r>
              <a:rPr sz="3600" b="1" spc="-20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sz="3600" dirty="0">
                <a:latin typeface="Arial MT"/>
                <a:cs typeface="Arial MT"/>
              </a:rPr>
              <a:t>(</a:t>
            </a:r>
            <a:r>
              <a:rPr lang="en-US" sz="3600" dirty="0">
                <a:latin typeface="Arial MT"/>
                <a:cs typeface="Arial MT"/>
              </a:rPr>
              <a:t>travelers </a:t>
            </a:r>
            <a:r>
              <a:rPr sz="3600" dirty="0">
                <a:latin typeface="Arial MT"/>
                <a:cs typeface="Arial MT"/>
              </a:rPr>
              <a:t>&amp;</a:t>
            </a:r>
            <a:r>
              <a:rPr sz="3600" spc="-20" dirty="0">
                <a:latin typeface="Arial MT"/>
                <a:cs typeface="Arial MT"/>
              </a:rPr>
              <a:t> </a:t>
            </a:r>
            <a:r>
              <a:rPr lang="en-US" sz="3600" spc="-10" dirty="0">
                <a:latin typeface="Arial MT"/>
                <a:cs typeface="Arial MT"/>
              </a:rPr>
              <a:t>package providers</a:t>
            </a:r>
            <a:r>
              <a:rPr sz="3600" spc="-10" dirty="0">
                <a:latin typeface="Arial MT"/>
                <a:cs typeface="Arial MT"/>
              </a:rPr>
              <a:t>)</a:t>
            </a:r>
            <a:endParaRPr sz="3600" dirty="0">
              <a:latin typeface="Arial MT"/>
              <a:cs typeface="Arial MT"/>
            </a:endParaRPr>
          </a:p>
          <a:p>
            <a:pPr marL="584200" marR="108585" indent="-571500">
              <a:lnSpc>
                <a:spcPct val="208300"/>
              </a:lnSpc>
              <a:buFont typeface="Arial" panose="020B0604020202020204" pitchFamily="34" charset="0"/>
              <a:buChar char="•"/>
            </a:pPr>
            <a:r>
              <a:rPr sz="3600" b="1" dirty="0">
                <a:solidFill>
                  <a:srgbClr val="BF0000"/>
                </a:solidFill>
                <a:latin typeface="Arial"/>
                <a:cs typeface="Arial"/>
              </a:rPr>
              <a:t>Approves,</a:t>
            </a:r>
            <a:r>
              <a:rPr sz="3600" b="1" spc="-10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BF0000"/>
                </a:solidFill>
                <a:latin typeface="Arial"/>
                <a:cs typeface="Arial"/>
              </a:rPr>
              <a:t>updates,</a:t>
            </a:r>
            <a:r>
              <a:rPr sz="3600" b="1" spc="-10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BF0000"/>
                </a:solidFill>
                <a:latin typeface="Arial"/>
                <a:cs typeface="Arial"/>
              </a:rPr>
              <a:t>or</a:t>
            </a:r>
            <a:r>
              <a:rPr sz="3600" b="1" spc="-5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BF0000"/>
                </a:solidFill>
                <a:latin typeface="Arial"/>
                <a:cs typeface="Arial"/>
              </a:rPr>
              <a:t>removes</a:t>
            </a:r>
            <a:r>
              <a:rPr sz="3600" b="1" spc="-10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lang="en-US" sz="3600" b="1" dirty="0">
                <a:solidFill>
                  <a:srgbClr val="BF0000"/>
                </a:solidFill>
                <a:latin typeface="Arial"/>
                <a:cs typeface="Arial"/>
              </a:rPr>
              <a:t>blogs ,travels packages </a:t>
            </a:r>
            <a:r>
              <a:rPr sz="3600" dirty="0">
                <a:latin typeface="Arial MT"/>
                <a:cs typeface="Arial MT"/>
              </a:rPr>
              <a:t>for</a:t>
            </a:r>
            <a:r>
              <a:rPr sz="3600" spc="-5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quality control</a:t>
            </a:r>
            <a:endParaRPr sz="3600" dirty="0">
              <a:latin typeface="Arial MT"/>
              <a:cs typeface="Arial MT"/>
            </a:endParaRPr>
          </a:p>
          <a:p>
            <a:pPr marL="584200" marR="5080" indent="-571500">
              <a:lnSpc>
                <a:spcPct val="208300"/>
              </a:lnSpc>
              <a:buFont typeface="Arial" panose="020B0604020202020204" pitchFamily="34" charset="0"/>
              <a:buChar char="•"/>
            </a:pPr>
            <a:r>
              <a:rPr sz="3600" dirty="0">
                <a:latin typeface="Arial MT"/>
                <a:cs typeface="Arial MT"/>
              </a:rPr>
              <a:t>Tracks </a:t>
            </a:r>
            <a:r>
              <a:rPr lang="en-US" sz="3600" b="1" dirty="0">
                <a:solidFill>
                  <a:srgbClr val="BF0000"/>
                </a:solidFill>
                <a:latin typeface="Arial"/>
                <a:cs typeface="Arial"/>
              </a:rPr>
              <a:t>bookings </a:t>
            </a:r>
            <a:r>
              <a:rPr sz="3600" dirty="0">
                <a:latin typeface="Arial MT"/>
                <a:cs typeface="Arial MT"/>
              </a:rPr>
              <a:t>and </a:t>
            </a:r>
            <a:r>
              <a:rPr sz="3600" b="1" dirty="0">
                <a:solidFill>
                  <a:srgbClr val="BF0000"/>
                </a:solidFill>
                <a:latin typeface="Arial"/>
                <a:cs typeface="Arial"/>
              </a:rPr>
              <a:t>system activity </a:t>
            </a:r>
            <a:r>
              <a:rPr sz="3600" dirty="0">
                <a:latin typeface="Arial MT"/>
                <a:cs typeface="Arial MT"/>
              </a:rPr>
              <a:t>for </a:t>
            </a:r>
            <a:r>
              <a:rPr sz="3600" spc="-10" dirty="0">
                <a:latin typeface="Arial MT"/>
                <a:cs typeface="Arial MT"/>
              </a:rPr>
              <a:t>transparency </a:t>
            </a:r>
            <a:endParaRPr lang="en-US" sz="3600" spc="-10" dirty="0">
              <a:latin typeface="Arial MT"/>
              <a:cs typeface="Arial MT"/>
            </a:endParaRPr>
          </a:p>
          <a:p>
            <a:pPr marL="584200" marR="5080" indent="-571500">
              <a:lnSpc>
                <a:spcPct val="208300"/>
              </a:lnSpc>
              <a:buFont typeface="Arial" panose="020B0604020202020204" pitchFamily="34" charset="0"/>
              <a:buChar char="•"/>
            </a:pPr>
            <a:r>
              <a:rPr sz="3600" dirty="0">
                <a:latin typeface="Arial MT"/>
                <a:cs typeface="Arial MT"/>
              </a:rPr>
              <a:t>Ensures</a:t>
            </a:r>
            <a:r>
              <a:rPr sz="3600" spc="-30" dirty="0">
                <a:latin typeface="Arial MT"/>
                <a:cs typeface="Arial MT"/>
              </a:rPr>
              <a:t> </a:t>
            </a:r>
            <a:r>
              <a:rPr sz="3600" b="1" dirty="0">
                <a:solidFill>
                  <a:srgbClr val="BF0000"/>
                </a:solidFill>
                <a:latin typeface="Arial"/>
                <a:cs typeface="Arial"/>
              </a:rPr>
              <a:t>secure</a:t>
            </a:r>
            <a:r>
              <a:rPr sz="3600" b="1" spc="-30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sz="3600" dirty="0">
                <a:latin typeface="Arial MT"/>
                <a:cs typeface="Arial MT"/>
              </a:rPr>
              <a:t>and</a:t>
            </a:r>
            <a:r>
              <a:rPr sz="3600" spc="-25" dirty="0">
                <a:latin typeface="Arial MT"/>
                <a:cs typeface="Arial MT"/>
              </a:rPr>
              <a:t> </a:t>
            </a:r>
            <a:r>
              <a:rPr sz="3600" b="1" dirty="0">
                <a:solidFill>
                  <a:srgbClr val="BF0000"/>
                </a:solidFill>
                <a:latin typeface="Arial"/>
                <a:cs typeface="Arial"/>
              </a:rPr>
              <a:t>smooth</a:t>
            </a:r>
            <a:r>
              <a:rPr sz="3600" b="1" spc="-30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BF0000"/>
                </a:solidFill>
                <a:latin typeface="Arial"/>
                <a:cs typeface="Arial"/>
              </a:rPr>
              <a:t>functioning</a:t>
            </a:r>
            <a:r>
              <a:rPr sz="3600" b="1" spc="-25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sz="3600" dirty="0">
                <a:latin typeface="Arial MT"/>
                <a:cs typeface="Arial MT"/>
              </a:rPr>
              <a:t>of</a:t>
            </a:r>
            <a:r>
              <a:rPr sz="3600" spc="-3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the</a:t>
            </a:r>
            <a:r>
              <a:rPr sz="3600" spc="-30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portal</a:t>
            </a:r>
            <a:endParaRPr sz="36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5164" y="684750"/>
            <a:ext cx="12053569" cy="1350164"/>
          </a:xfrm>
          <a:prstGeom prst="rect">
            <a:avLst/>
          </a:prstGeom>
        </p:spPr>
        <p:txBody>
          <a:bodyPr vert="horz" wrap="square" lIns="0" tIns="115500" rIns="0" bIns="0" rtlCol="0">
            <a:spAutoFit/>
          </a:bodyPr>
          <a:lstStyle/>
          <a:p>
            <a:pPr marL="1228725">
              <a:lnSpc>
                <a:spcPct val="100000"/>
              </a:lnSpc>
              <a:spcBef>
                <a:spcPts val="100"/>
              </a:spcBef>
            </a:pPr>
            <a:r>
              <a:rPr spc="125" dirty="0"/>
              <a:t>ADMIN</a:t>
            </a:r>
            <a:r>
              <a:rPr dirty="0"/>
              <a:t> </a:t>
            </a:r>
            <a:r>
              <a:rPr spc="105" dirty="0"/>
              <a:t>PANEL</a:t>
            </a:r>
            <a:r>
              <a:rPr dirty="0"/>
              <a:t> </a:t>
            </a:r>
            <a:r>
              <a:rPr spc="90" dirty="0"/>
              <a:t>REPORTS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94873" y="2513304"/>
            <a:ext cx="67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Arial MT"/>
                <a:cs typeface="Arial MT"/>
              </a:rPr>
              <a:t>.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64721D-B2A3-9ECA-0CCF-FE9601FA6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2513304"/>
            <a:ext cx="16021499" cy="64138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4886" y="723900"/>
            <a:ext cx="12053569" cy="1350164"/>
          </a:xfrm>
          <a:prstGeom prst="rect">
            <a:avLst/>
          </a:prstGeom>
        </p:spPr>
        <p:txBody>
          <a:bodyPr vert="horz" wrap="square" lIns="0" tIns="115500" rIns="0" bIns="0" rtlCol="0">
            <a:spAutoFit/>
          </a:bodyPr>
          <a:lstStyle/>
          <a:p>
            <a:pPr marL="1228725">
              <a:lnSpc>
                <a:spcPct val="100000"/>
              </a:lnSpc>
              <a:spcBef>
                <a:spcPts val="100"/>
              </a:spcBef>
            </a:pPr>
            <a:r>
              <a:rPr spc="125" dirty="0"/>
              <a:t>ADMIN</a:t>
            </a:r>
            <a:r>
              <a:rPr dirty="0"/>
              <a:t> </a:t>
            </a:r>
            <a:r>
              <a:rPr spc="105" dirty="0"/>
              <a:t>PANEL</a:t>
            </a:r>
            <a:r>
              <a:rPr dirty="0"/>
              <a:t> </a:t>
            </a:r>
            <a:r>
              <a:rPr spc="90" dirty="0"/>
              <a:t>REPORTS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94873" y="2513304"/>
            <a:ext cx="67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Arial MT"/>
                <a:cs typeface="Arial MT"/>
              </a:rPr>
              <a:t>.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A5FAC3-4B27-41F9-D27B-82B43E529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398" y="3009900"/>
            <a:ext cx="15026543" cy="56111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95800" y="1202150"/>
            <a:ext cx="12053569" cy="1350164"/>
          </a:xfrm>
          <a:prstGeom prst="rect">
            <a:avLst/>
          </a:prstGeom>
        </p:spPr>
        <p:txBody>
          <a:bodyPr vert="horz" wrap="square" lIns="0" tIns="700518" rIns="0" bIns="0" rtlCol="0">
            <a:spAutoFit/>
          </a:bodyPr>
          <a:lstStyle/>
          <a:p>
            <a:pPr marL="1423035">
              <a:lnSpc>
                <a:spcPct val="100000"/>
              </a:lnSpc>
              <a:spcBef>
                <a:spcPts val="100"/>
              </a:spcBef>
            </a:pPr>
            <a:r>
              <a:rPr sz="3900" spc="105" dirty="0">
                <a:solidFill>
                  <a:srgbClr val="1700AC"/>
                </a:solidFill>
              </a:rPr>
              <a:t>OUTPUT </a:t>
            </a:r>
            <a:r>
              <a:rPr sz="3900" dirty="0">
                <a:solidFill>
                  <a:srgbClr val="1700AC"/>
                </a:solidFill>
              </a:rPr>
              <a:t>FOR</a:t>
            </a:r>
            <a:r>
              <a:rPr sz="3900" spc="105" dirty="0">
                <a:solidFill>
                  <a:srgbClr val="1700AC"/>
                </a:solidFill>
              </a:rPr>
              <a:t> </a:t>
            </a:r>
            <a:r>
              <a:rPr lang="en-US" sz="3900" spc="110" dirty="0">
                <a:solidFill>
                  <a:srgbClr val="1700AC"/>
                </a:solidFill>
              </a:rPr>
              <a:t>SIGN UP &amp; LOGIN</a:t>
            </a:r>
            <a:endParaRPr sz="3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DD42B2-A899-B5F7-F5EA-8EA905CD2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3140324"/>
            <a:ext cx="5372850" cy="52490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A7F90F-B479-EE08-FFAC-5808C570B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6947" y="2864061"/>
            <a:ext cx="5430008" cy="5525271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67C9050D-AE93-A1E8-968A-AA2EFA73EAE2}"/>
              </a:ext>
            </a:extLst>
          </p:cNvPr>
          <p:cNvSpPr txBox="1">
            <a:spLocks/>
          </p:cNvSpPr>
          <p:nvPr/>
        </p:nvSpPr>
        <p:spPr>
          <a:xfrm>
            <a:off x="8351239" y="271240"/>
            <a:ext cx="3126104" cy="9309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>
            <a:lvl1pPr>
              <a:defRPr sz="6000" b="1" i="0">
                <a:solidFill>
                  <a:srgbClr val="BF0000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40"/>
              </a:spcBef>
            </a:pPr>
            <a:r>
              <a:rPr lang="en-IN" sz="5900" spc="-10">
                <a:latin typeface="Arial"/>
                <a:cs typeface="Arial"/>
              </a:rPr>
              <a:t>OUTPUT</a:t>
            </a:r>
            <a:endParaRPr lang="en-IN" sz="59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93405" y="233026"/>
            <a:ext cx="12053569" cy="1068029"/>
          </a:xfrm>
          <a:prstGeom prst="rect">
            <a:avLst/>
          </a:prstGeom>
        </p:spPr>
        <p:txBody>
          <a:bodyPr vert="horz" wrap="square" lIns="0" tIns="463340" rIns="0" bIns="0" rtlCol="0">
            <a:spAutoFit/>
          </a:bodyPr>
          <a:lstStyle/>
          <a:p>
            <a:pPr marL="2999740">
              <a:lnSpc>
                <a:spcPct val="100000"/>
              </a:lnSpc>
              <a:spcBef>
                <a:spcPts val="100"/>
              </a:spcBef>
            </a:pPr>
            <a:r>
              <a:rPr sz="3900" spc="105" dirty="0">
                <a:solidFill>
                  <a:srgbClr val="1700AC"/>
                </a:solidFill>
              </a:rPr>
              <a:t>OUTPUT</a:t>
            </a:r>
            <a:r>
              <a:rPr sz="3900" spc="30" dirty="0">
                <a:solidFill>
                  <a:srgbClr val="1700AC"/>
                </a:solidFill>
              </a:rPr>
              <a:t> </a:t>
            </a:r>
            <a:r>
              <a:rPr sz="3900" dirty="0">
                <a:solidFill>
                  <a:srgbClr val="1700AC"/>
                </a:solidFill>
              </a:rPr>
              <a:t>FOR</a:t>
            </a:r>
            <a:r>
              <a:rPr sz="3900" spc="30" dirty="0">
                <a:solidFill>
                  <a:srgbClr val="1700AC"/>
                </a:solidFill>
              </a:rPr>
              <a:t> </a:t>
            </a:r>
            <a:r>
              <a:rPr lang="en-US" sz="3900" spc="95" dirty="0">
                <a:solidFill>
                  <a:srgbClr val="1700AC"/>
                </a:solidFill>
              </a:rPr>
              <a:t>MAIN PAGE</a:t>
            </a:r>
            <a:endParaRPr sz="39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F906C3-E697-F1B1-A866-FB381F11E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247900"/>
            <a:ext cx="14569001" cy="704951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5900" spc="-10" dirty="0">
                <a:latin typeface="Arial"/>
                <a:cs typeface="Arial"/>
              </a:rPr>
              <a:t>OUTPUT</a:t>
            </a:r>
            <a:endParaRPr sz="59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77000" y="1719945"/>
            <a:ext cx="734250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b="1" spc="105" dirty="0">
                <a:solidFill>
                  <a:srgbClr val="1700AC"/>
                </a:solidFill>
                <a:latin typeface="Times New Roman"/>
                <a:cs typeface="Times New Roman"/>
              </a:rPr>
              <a:t>OUTPUT</a:t>
            </a:r>
            <a:r>
              <a:rPr sz="3900" b="1" spc="30" dirty="0">
                <a:solidFill>
                  <a:srgbClr val="1700AC"/>
                </a:solidFill>
                <a:latin typeface="Times New Roman"/>
                <a:cs typeface="Times New Roman"/>
              </a:rPr>
              <a:t> </a:t>
            </a:r>
            <a:r>
              <a:rPr sz="3900" b="1" dirty="0">
                <a:solidFill>
                  <a:srgbClr val="1700AC"/>
                </a:solidFill>
                <a:latin typeface="Times New Roman"/>
                <a:cs typeface="Times New Roman"/>
              </a:rPr>
              <a:t>FOR</a:t>
            </a:r>
            <a:r>
              <a:rPr sz="3900" b="1" spc="35" dirty="0">
                <a:solidFill>
                  <a:srgbClr val="1700AC"/>
                </a:solidFill>
                <a:latin typeface="Times New Roman"/>
                <a:cs typeface="Times New Roman"/>
              </a:rPr>
              <a:t> </a:t>
            </a:r>
            <a:r>
              <a:rPr lang="en-US" sz="3900" b="1" spc="50" dirty="0">
                <a:solidFill>
                  <a:srgbClr val="1700AC"/>
                </a:solidFill>
                <a:latin typeface="Times New Roman"/>
                <a:cs typeface="Times New Roman"/>
              </a:rPr>
              <a:t>BLOG</a:t>
            </a:r>
            <a:r>
              <a:rPr sz="3900" b="1" spc="30" dirty="0">
                <a:solidFill>
                  <a:srgbClr val="1700AC"/>
                </a:solidFill>
                <a:latin typeface="Times New Roman"/>
                <a:cs typeface="Times New Roman"/>
              </a:rPr>
              <a:t> </a:t>
            </a:r>
            <a:r>
              <a:rPr sz="3900" b="1" spc="-25" dirty="0">
                <a:solidFill>
                  <a:srgbClr val="1700AC"/>
                </a:solidFill>
                <a:latin typeface="Times New Roman"/>
                <a:cs typeface="Times New Roman"/>
              </a:rPr>
              <a:t>PAGE</a:t>
            </a:r>
            <a:endParaRPr sz="3900" dirty="0">
              <a:latin typeface="Times New Roman"/>
              <a:cs typeface="Times New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B8BE76-48DA-0AA8-5CE4-BAC340032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3891" y="2857500"/>
            <a:ext cx="13974409" cy="690621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67400" y="891636"/>
            <a:ext cx="8381612" cy="6129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08070" algn="l"/>
              </a:tabLst>
            </a:pPr>
            <a:r>
              <a:rPr sz="3900" spc="105" dirty="0">
                <a:solidFill>
                  <a:srgbClr val="1700AC"/>
                </a:solidFill>
              </a:rPr>
              <a:t>OUTPUT</a:t>
            </a:r>
            <a:r>
              <a:rPr sz="3900" spc="20" dirty="0">
                <a:solidFill>
                  <a:srgbClr val="1700AC"/>
                </a:solidFill>
              </a:rPr>
              <a:t> </a:t>
            </a:r>
            <a:r>
              <a:rPr sz="3900" spc="-25" dirty="0">
                <a:solidFill>
                  <a:srgbClr val="1700AC"/>
                </a:solidFill>
              </a:rPr>
              <a:t>FOR</a:t>
            </a:r>
            <a:r>
              <a:rPr lang="en-US" sz="3900" spc="-25" dirty="0">
                <a:solidFill>
                  <a:srgbClr val="1700AC"/>
                </a:solidFill>
              </a:rPr>
              <a:t> </a:t>
            </a:r>
            <a:r>
              <a:rPr lang="en-US" sz="3900" spc="55" dirty="0">
                <a:solidFill>
                  <a:srgbClr val="1700AC"/>
                </a:solidFill>
              </a:rPr>
              <a:t>CONTINENT PAGE</a:t>
            </a:r>
            <a:endParaRPr sz="3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8AAF4E-125C-8F64-0B47-FBFA2CA26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247900"/>
            <a:ext cx="14478000" cy="71474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38600" y="495300"/>
            <a:ext cx="12053569" cy="1009365"/>
          </a:xfrm>
          <a:prstGeom prst="rect">
            <a:avLst/>
          </a:prstGeom>
        </p:spPr>
        <p:txBody>
          <a:bodyPr vert="horz" wrap="square" lIns="0" tIns="405243" rIns="0" bIns="0" rtlCol="0">
            <a:spAutoFit/>
          </a:bodyPr>
          <a:lstStyle/>
          <a:p>
            <a:pPr marL="1275080">
              <a:lnSpc>
                <a:spcPct val="100000"/>
              </a:lnSpc>
              <a:spcBef>
                <a:spcPts val="100"/>
              </a:spcBef>
            </a:pPr>
            <a:r>
              <a:rPr sz="3900" spc="105" dirty="0">
                <a:solidFill>
                  <a:srgbClr val="1700AC"/>
                </a:solidFill>
              </a:rPr>
              <a:t>OUTPUT</a:t>
            </a:r>
            <a:r>
              <a:rPr sz="3900" spc="35" dirty="0">
                <a:solidFill>
                  <a:srgbClr val="1700AC"/>
                </a:solidFill>
              </a:rPr>
              <a:t> </a:t>
            </a:r>
            <a:r>
              <a:rPr sz="3900" dirty="0">
                <a:solidFill>
                  <a:srgbClr val="1700AC"/>
                </a:solidFill>
              </a:rPr>
              <a:t>FOR</a:t>
            </a:r>
            <a:r>
              <a:rPr sz="3900" spc="40" dirty="0">
                <a:solidFill>
                  <a:srgbClr val="1700AC"/>
                </a:solidFill>
              </a:rPr>
              <a:t> </a:t>
            </a:r>
            <a:r>
              <a:rPr lang="en-US" sz="3900" spc="40" dirty="0">
                <a:solidFill>
                  <a:srgbClr val="1700AC"/>
                </a:solidFill>
              </a:rPr>
              <a:t>SEEING THE PACKAGES</a:t>
            </a:r>
            <a:endParaRPr sz="3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E34E2D-9F98-7EFD-A49F-2CAA9B84E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2019300"/>
            <a:ext cx="15271278" cy="765982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6800" y="723900"/>
            <a:ext cx="12053569" cy="1148415"/>
          </a:xfrm>
          <a:prstGeom prst="rect">
            <a:avLst/>
          </a:prstGeom>
        </p:spPr>
        <p:txBody>
          <a:bodyPr vert="horz" wrap="square" lIns="0" tIns="542948" rIns="0" bIns="0" rtlCol="0">
            <a:spAutoFit/>
          </a:bodyPr>
          <a:lstStyle/>
          <a:p>
            <a:pPr marL="1596390">
              <a:lnSpc>
                <a:spcPct val="100000"/>
              </a:lnSpc>
              <a:spcBef>
                <a:spcPts val="100"/>
              </a:spcBef>
            </a:pPr>
            <a:r>
              <a:rPr sz="3900" spc="105" dirty="0">
                <a:solidFill>
                  <a:srgbClr val="1700AC"/>
                </a:solidFill>
              </a:rPr>
              <a:t>OUTPUT</a:t>
            </a:r>
            <a:r>
              <a:rPr sz="3900" spc="-30" dirty="0">
                <a:solidFill>
                  <a:srgbClr val="1700AC"/>
                </a:solidFill>
              </a:rPr>
              <a:t> </a:t>
            </a:r>
            <a:r>
              <a:rPr sz="3900" dirty="0">
                <a:solidFill>
                  <a:srgbClr val="1700AC"/>
                </a:solidFill>
              </a:rPr>
              <a:t>FOR</a:t>
            </a:r>
            <a:r>
              <a:rPr sz="3900" spc="-30" dirty="0">
                <a:solidFill>
                  <a:srgbClr val="1700AC"/>
                </a:solidFill>
              </a:rPr>
              <a:t> </a:t>
            </a:r>
            <a:r>
              <a:rPr lang="en-US" sz="3900" dirty="0">
                <a:solidFill>
                  <a:srgbClr val="1700AC"/>
                </a:solidFill>
              </a:rPr>
              <a:t>DASHBOARD</a:t>
            </a:r>
            <a:endParaRPr sz="3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709A46-3D53-D0BF-C91C-FF0A63F8E8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19600" y="3009900"/>
            <a:ext cx="10972800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38600" y="266700"/>
            <a:ext cx="12053569" cy="1009365"/>
          </a:xfrm>
          <a:prstGeom prst="rect">
            <a:avLst/>
          </a:prstGeom>
        </p:spPr>
        <p:txBody>
          <a:bodyPr vert="horz" wrap="square" lIns="0" tIns="405243" rIns="0" bIns="0" rtlCol="0">
            <a:spAutoFit/>
          </a:bodyPr>
          <a:lstStyle/>
          <a:p>
            <a:pPr marL="1600200">
              <a:lnSpc>
                <a:spcPct val="100000"/>
              </a:lnSpc>
              <a:spcBef>
                <a:spcPts val="100"/>
              </a:spcBef>
            </a:pPr>
            <a:r>
              <a:rPr sz="3900" spc="105" dirty="0">
                <a:solidFill>
                  <a:srgbClr val="1700AC"/>
                </a:solidFill>
              </a:rPr>
              <a:t>OUTPUT</a:t>
            </a:r>
            <a:r>
              <a:rPr sz="3900" spc="-20" dirty="0">
                <a:solidFill>
                  <a:srgbClr val="1700AC"/>
                </a:solidFill>
              </a:rPr>
              <a:t> </a:t>
            </a:r>
            <a:r>
              <a:rPr sz="3900" dirty="0">
                <a:solidFill>
                  <a:srgbClr val="1700AC"/>
                </a:solidFill>
              </a:rPr>
              <a:t>FOR</a:t>
            </a:r>
            <a:r>
              <a:rPr sz="3900" spc="-15" dirty="0">
                <a:solidFill>
                  <a:srgbClr val="1700AC"/>
                </a:solidFill>
              </a:rPr>
              <a:t> </a:t>
            </a:r>
            <a:r>
              <a:rPr lang="en-US" sz="3900" dirty="0">
                <a:solidFill>
                  <a:srgbClr val="1700AC"/>
                </a:solidFill>
              </a:rPr>
              <a:t>SOCIAL FEED</a:t>
            </a:r>
            <a:endParaRPr sz="3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A8470C-F9D2-CA37-9AEE-C5E7CF07E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574" y="1866900"/>
            <a:ext cx="6458851" cy="746864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81400" y="647700"/>
            <a:ext cx="12053569" cy="870315"/>
          </a:xfrm>
          <a:prstGeom prst="rect">
            <a:avLst/>
          </a:prstGeom>
        </p:spPr>
        <p:txBody>
          <a:bodyPr vert="horz" wrap="square" lIns="0" tIns="267538" rIns="0" bIns="0" rtlCol="0">
            <a:spAutoFit/>
          </a:bodyPr>
          <a:lstStyle/>
          <a:p>
            <a:pPr marL="2101215">
              <a:lnSpc>
                <a:spcPct val="100000"/>
              </a:lnSpc>
              <a:spcBef>
                <a:spcPts val="100"/>
              </a:spcBef>
            </a:pPr>
            <a:r>
              <a:rPr sz="3900" spc="105" dirty="0">
                <a:solidFill>
                  <a:srgbClr val="1700AC"/>
                </a:solidFill>
              </a:rPr>
              <a:t>OUTPUT</a:t>
            </a:r>
            <a:r>
              <a:rPr sz="3900" spc="-10" dirty="0">
                <a:solidFill>
                  <a:srgbClr val="1700AC"/>
                </a:solidFill>
              </a:rPr>
              <a:t> </a:t>
            </a:r>
            <a:r>
              <a:rPr sz="3900" dirty="0">
                <a:solidFill>
                  <a:srgbClr val="1700AC"/>
                </a:solidFill>
              </a:rPr>
              <a:t>FOR</a:t>
            </a:r>
            <a:r>
              <a:rPr sz="3900" spc="-5" dirty="0">
                <a:solidFill>
                  <a:srgbClr val="1700AC"/>
                </a:solidFill>
              </a:rPr>
              <a:t> </a:t>
            </a:r>
            <a:r>
              <a:rPr lang="en-US" sz="3900" dirty="0">
                <a:solidFill>
                  <a:srgbClr val="1700AC"/>
                </a:solidFill>
              </a:rPr>
              <a:t>AI RECOMMENDATION</a:t>
            </a:r>
            <a:endParaRPr sz="3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82F9E2-4EC4-C41F-71E4-E282EB4B3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2400300"/>
            <a:ext cx="8964276" cy="598253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7600" y="1333500"/>
            <a:ext cx="1291590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6805">
              <a:lnSpc>
                <a:spcPct val="100000"/>
              </a:lnSpc>
              <a:spcBef>
                <a:spcPts val="100"/>
              </a:spcBef>
            </a:pPr>
            <a:r>
              <a:rPr dirty="0"/>
              <a:t>REFERENCES</a:t>
            </a:r>
            <a:r>
              <a:rPr spc="85" dirty="0"/>
              <a:t> </a:t>
            </a:r>
            <a:r>
              <a:rPr lang="en-IN" dirty="0"/>
              <a:t>–</a:t>
            </a:r>
            <a:r>
              <a:rPr spc="85" dirty="0"/>
              <a:t> </a:t>
            </a:r>
            <a:r>
              <a:rPr lang="en-US" spc="170" dirty="0"/>
              <a:t>TRAVEL BLOG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810000" y="3771900"/>
            <a:ext cx="129159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23995" algn="l"/>
              </a:tabLst>
            </a:pPr>
            <a:r>
              <a:rPr sz="4000" b="1" dirty="0">
                <a:solidFill>
                  <a:srgbClr val="0A5394"/>
                </a:solidFill>
                <a:latin typeface="Times New Roman"/>
                <a:cs typeface="Times New Roman"/>
              </a:rPr>
              <a:t>GITHUB</a:t>
            </a:r>
            <a:r>
              <a:rPr sz="4000" b="1" spc="50" dirty="0">
                <a:solidFill>
                  <a:srgbClr val="0A5394"/>
                </a:solidFill>
                <a:latin typeface="Times New Roman"/>
                <a:cs typeface="Times New Roman"/>
              </a:rPr>
              <a:t> </a:t>
            </a:r>
            <a:r>
              <a:rPr sz="4000" b="1" dirty="0">
                <a:solidFill>
                  <a:srgbClr val="0A5394"/>
                </a:solidFill>
                <a:latin typeface="Times New Roman"/>
                <a:cs typeface="Times New Roman"/>
              </a:rPr>
              <a:t>LINK</a:t>
            </a:r>
            <a:r>
              <a:rPr sz="4000" b="1" spc="55" dirty="0">
                <a:solidFill>
                  <a:srgbClr val="0A5394"/>
                </a:solidFill>
                <a:latin typeface="Times New Roman"/>
                <a:cs typeface="Times New Roman"/>
              </a:rPr>
              <a:t> </a:t>
            </a:r>
            <a:r>
              <a:rPr sz="4000" b="1" spc="-305" dirty="0">
                <a:solidFill>
                  <a:srgbClr val="0A5394"/>
                </a:solidFill>
                <a:latin typeface="Times New Roman"/>
                <a:cs typeface="Times New Roman"/>
              </a:rPr>
              <a:t>:</a:t>
            </a:r>
            <a:r>
              <a:rPr sz="4000" b="1" dirty="0">
                <a:solidFill>
                  <a:srgbClr val="0A5394"/>
                </a:solidFill>
                <a:latin typeface="Times New Roman"/>
                <a:cs typeface="Times New Roman"/>
              </a:rPr>
              <a:t>	</a:t>
            </a:r>
            <a:r>
              <a:rPr lang="en-IN" sz="4000" b="1" u="heavy" spc="-125" dirty="0">
                <a:solidFill>
                  <a:srgbClr val="0A5394"/>
                </a:solidFill>
                <a:uFill>
                  <a:solidFill>
                    <a:srgbClr val="0A5394"/>
                  </a:solidFill>
                </a:uFill>
                <a:latin typeface="Times New Roman"/>
                <a:cs typeface="Times New Roman"/>
              </a:rPr>
              <a:t>https://github.com/vijeth06/Travel-blog-</a:t>
            </a:r>
            <a:endParaRPr sz="40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67200" y="5562601"/>
            <a:ext cx="304228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0A5394"/>
                </a:solidFill>
                <a:latin typeface="Times New Roman"/>
                <a:cs typeface="Times New Roman"/>
              </a:rPr>
              <a:t>LIVE</a:t>
            </a:r>
            <a:r>
              <a:rPr sz="4000" b="1" spc="-85" dirty="0">
                <a:solidFill>
                  <a:srgbClr val="0A5394"/>
                </a:solidFill>
                <a:latin typeface="Times New Roman"/>
                <a:cs typeface="Times New Roman"/>
              </a:rPr>
              <a:t> </a:t>
            </a:r>
            <a:r>
              <a:rPr sz="4000" b="1" spc="95" dirty="0">
                <a:solidFill>
                  <a:srgbClr val="0A5394"/>
                </a:solidFill>
                <a:latin typeface="Times New Roman"/>
                <a:cs typeface="Times New Roman"/>
              </a:rPr>
              <a:t>DEMO</a:t>
            </a:r>
            <a:endParaRPr sz="40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20371" y="5562601"/>
            <a:ext cx="950341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254" dirty="0">
                <a:solidFill>
                  <a:srgbClr val="0A5394"/>
                </a:solidFill>
                <a:latin typeface="Times New Roman"/>
                <a:cs typeface="Times New Roman"/>
              </a:rPr>
              <a:t>:</a:t>
            </a:r>
            <a:r>
              <a:rPr sz="4000" b="1" spc="170" dirty="0">
                <a:solidFill>
                  <a:srgbClr val="0A5394"/>
                </a:solidFill>
                <a:latin typeface="Times New Roman"/>
                <a:cs typeface="Times New Roman"/>
              </a:rPr>
              <a:t> </a:t>
            </a:r>
            <a:r>
              <a:rPr lang="en-IN" sz="4000" b="1" u="heavy" spc="-114" dirty="0">
                <a:solidFill>
                  <a:srgbClr val="0A5394"/>
                </a:solidFill>
                <a:uFill>
                  <a:solidFill>
                    <a:srgbClr val="0A5394"/>
                  </a:solidFill>
                </a:uFill>
                <a:latin typeface="Times New Roman"/>
                <a:cs typeface="Times New Roman"/>
              </a:rPr>
              <a:t>https://travel-blog-na4y.onrender.com</a:t>
            </a:r>
            <a:endParaRPr sz="4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43600" y="3899570"/>
            <a:ext cx="8646630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77130" algn="l"/>
              </a:tabLst>
            </a:pPr>
            <a:r>
              <a:rPr sz="8000" spc="-10" dirty="0"/>
              <a:t>THANK</a:t>
            </a:r>
            <a:r>
              <a:rPr lang="en-US" sz="8000" spc="-10" dirty="0"/>
              <a:t> </a:t>
            </a:r>
            <a:r>
              <a:rPr sz="8000" spc="-20" dirty="0"/>
              <a:t>YOU</a:t>
            </a:r>
            <a:r>
              <a:rPr lang="en-US" sz="8000" spc="-20" dirty="0"/>
              <a:t> </a:t>
            </a:r>
            <a:r>
              <a:rPr sz="8000" spc="-20" dirty="0"/>
              <a:t>!</a:t>
            </a:r>
            <a:endParaRPr sz="8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A5394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</TotalTime>
  <Words>460</Words>
  <Application>Microsoft Office PowerPoint</Application>
  <PresentationFormat>Custom</PresentationFormat>
  <Paragraphs>86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Arial MT</vt:lpstr>
      <vt:lpstr>Times New Roman</vt:lpstr>
      <vt:lpstr>Office Theme</vt:lpstr>
      <vt:lpstr>TRAVEL BLOGGING PLATFORM</vt:lpstr>
      <vt:lpstr>OBJECTIVES</vt:lpstr>
      <vt:lpstr>Technology Stack</vt:lpstr>
      <vt:lpstr>WORK FLOW FOR TRAVEL BLOG</vt:lpstr>
      <vt:lpstr>USE CASE FOR TRAVEL BLOG</vt:lpstr>
      <vt:lpstr>API REFERENCES</vt:lpstr>
      <vt:lpstr>FRONT END DEVELOPMENT</vt:lpstr>
      <vt:lpstr>BACKEND DEVELOPMENT</vt:lpstr>
      <vt:lpstr>ADMIN PANEL</vt:lpstr>
      <vt:lpstr>ADMIN PANEL REPORTS</vt:lpstr>
      <vt:lpstr>ADMIN PANEL REPORTS</vt:lpstr>
      <vt:lpstr>OUTPUT FOR SIGN UP &amp; LOGIN</vt:lpstr>
      <vt:lpstr>OUTPUT FOR MAIN PAGE</vt:lpstr>
      <vt:lpstr>OUTPUT</vt:lpstr>
      <vt:lpstr>OUTPUT FOR CONTINENT PAGE</vt:lpstr>
      <vt:lpstr>OUTPUT FOR SEEING THE PACKAGES</vt:lpstr>
      <vt:lpstr>OUTPUT FOR DASHBOARD</vt:lpstr>
      <vt:lpstr>OUTPUT FOR SOCIAL FEED</vt:lpstr>
      <vt:lpstr>OUTPUT FOR AI RECOMMENDATION</vt:lpstr>
      <vt:lpstr>REFERENCES – TRAVEL BLOG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Full_Stack_PPT.pptx</dc:title>
  <dc:creator>shreyaa j</dc:creator>
  <cp:keywords>DAG1CJV76dQ,BAF-Rwd6mbw,0</cp:keywords>
  <cp:lastModifiedBy>VIJETH B</cp:lastModifiedBy>
  <cp:revision>14</cp:revision>
  <dcterms:created xsi:type="dcterms:W3CDTF">2025-11-21T01:34:39Z</dcterms:created>
  <dcterms:modified xsi:type="dcterms:W3CDTF">2025-11-21T05:08:49Z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2025-10-09T00:00:00Z</vt:filetime>
  </property>
  <property fmtid="{D5CDD505-2E9C-101B-9397-08002B2CF9AE}" pid="3" name="Creator">
    <vt:lpwstr>Canva</vt:lpwstr>
  </property>
  <property fmtid="{D5CDD505-2E9C-101B-9397-08002B2CF9AE}" pid="4" name="LastSaved">
    <vt:filetime>2025-11-21T00:00:00Z</vt:filetime>
  </property>
  <property fmtid="{D5CDD505-2E9C-101B-9397-08002B2CF9AE}" pid="5" name="Producer">
    <vt:lpwstr>Canva</vt:lpwstr>
  </property>
</Properties>
</file>